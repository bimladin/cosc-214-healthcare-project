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Figtree"/>
      <p:regular r:id="rId20"/>
      <p:bold r:id="rId21"/>
      <p:italic r:id="rId22"/>
      <p:boldItalic r:id="rId23"/>
    </p:embeddedFont>
    <p:embeddedFont>
      <p:font typeface="Jost Light"/>
      <p:regular r:id="rId24"/>
      <p:bold r:id="rId25"/>
      <p:italic r:id="rId26"/>
      <p:boldItalic r:id="rId27"/>
    </p:embeddedFont>
    <p:embeddedFont>
      <p:font typeface="Figtree Light"/>
      <p:regular r:id="rId28"/>
      <p:bold r:id="rId29"/>
      <p:italic r:id="rId30"/>
      <p:boldItalic r:id="rId31"/>
    </p:embeddedFont>
    <p:embeddedFont>
      <p:font typeface="Jost"/>
      <p:regular r:id="rId32"/>
      <p:bold r:id="rId33"/>
      <p:italic r:id="rId34"/>
      <p:boldItalic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gtree-regular.fntdata"/><Relationship Id="rId22" Type="http://schemas.openxmlformats.org/officeDocument/2006/relationships/font" Target="fonts/Figtree-italic.fntdata"/><Relationship Id="rId21" Type="http://schemas.openxmlformats.org/officeDocument/2006/relationships/font" Target="fonts/Figtree-bold.fntdata"/><Relationship Id="rId24" Type="http://schemas.openxmlformats.org/officeDocument/2006/relationships/font" Target="fonts/JostLight-regular.fntdata"/><Relationship Id="rId23" Type="http://schemas.openxmlformats.org/officeDocument/2006/relationships/font" Target="fonts/Figtree-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JostLight-italic.fntdata"/><Relationship Id="rId25" Type="http://schemas.openxmlformats.org/officeDocument/2006/relationships/font" Target="fonts/JostLight-bold.fntdata"/><Relationship Id="rId28" Type="http://schemas.openxmlformats.org/officeDocument/2006/relationships/font" Target="fonts/FigtreeLight-regular.fntdata"/><Relationship Id="rId27" Type="http://schemas.openxmlformats.org/officeDocument/2006/relationships/font" Target="fonts/Jost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Figtree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gtreeLight-boldItalic.fntdata"/><Relationship Id="rId30" Type="http://schemas.openxmlformats.org/officeDocument/2006/relationships/font" Target="fonts/FigtreeLight-italic.fntdata"/><Relationship Id="rId11" Type="http://schemas.openxmlformats.org/officeDocument/2006/relationships/slide" Target="slides/slide5.xml"/><Relationship Id="rId33" Type="http://schemas.openxmlformats.org/officeDocument/2006/relationships/font" Target="fonts/Jost-bold.fntdata"/><Relationship Id="rId10" Type="http://schemas.openxmlformats.org/officeDocument/2006/relationships/slide" Target="slides/slide4.xml"/><Relationship Id="rId32" Type="http://schemas.openxmlformats.org/officeDocument/2006/relationships/font" Target="fonts/Jost-regular.fntdata"/><Relationship Id="rId13" Type="http://schemas.openxmlformats.org/officeDocument/2006/relationships/slide" Target="slides/slide7.xml"/><Relationship Id="rId35" Type="http://schemas.openxmlformats.org/officeDocument/2006/relationships/font" Target="fonts/Jost-boldItalic.fntdata"/><Relationship Id="rId12" Type="http://schemas.openxmlformats.org/officeDocument/2006/relationships/slide" Target="slides/slide6.xml"/><Relationship Id="rId34" Type="http://schemas.openxmlformats.org/officeDocument/2006/relationships/font" Target="fonts/Jost-italic.fntdata"/><Relationship Id="rId15" Type="http://schemas.openxmlformats.org/officeDocument/2006/relationships/slide" Target="slides/slide9.xml"/><Relationship Id="rId37" Type="http://schemas.openxmlformats.org/officeDocument/2006/relationships/font" Target="fonts/RobotoMono-bold.fntdata"/><Relationship Id="rId14" Type="http://schemas.openxmlformats.org/officeDocument/2006/relationships/slide" Target="slides/slide8.xml"/><Relationship Id="rId36" Type="http://schemas.openxmlformats.org/officeDocument/2006/relationships/font" Target="fonts/RobotoMono-regular.fntdata"/><Relationship Id="rId17" Type="http://schemas.openxmlformats.org/officeDocument/2006/relationships/slide" Target="slides/slide11.xml"/><Relationship Id="rId39" Type="http://schemas.openxmlformats.org/officeDocument/2006/relationships/font" Target="fonts/RobotoMono-boldItalic.fntdata"/><Relationship Id="rId16" Type="http://schemas.openxmlformats.org/officeDocument/2006/relationships/slide" Target="slides/slide10.xml"/><Relationship Id="rId38" Type="http://schemas.openxmlformats.org/officeDocument/2006/relationships/font" Target="fonts/RobotoMon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d8097282d9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d8097282d9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8097282d9_0_1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d8097282d9_0_1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d8097282d9_0_1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d8097282d9_0_1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d8097282d9_0_1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d8097282d9_0_1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8097282d9_0_1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8097282d9_0_1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8097282d9_0_1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d8097282d9_0_1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8097282d9_0_1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8097282d9_0_1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dd765c2e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dd765c2e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dd765c2e4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dd765c2e4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d765c2e4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dd765c2e4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d765c2e4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dd765c2e4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dd765c2e4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dd765c2e4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8097282d9_0_1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8097282d9_0_1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14"/>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 name="Google Shape;58;p14"/>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59" name="Google Shape;59;p14"/>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60" name="Google Shape;60;p14"/>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61" name="Shape 61"/>
        <p:cNvGrpSpPr/>
        <p:nvPr/>
      </p:nvGrpSpPr>
      <p:grpSpPr>
        <a:xfrm>
          <a:off x="0" y="0"/>
          <a:ext cx="0" cy="0"/>
          <a:chOff x="0" y="0"/>
          <a:chExt cx="0" cy="0"/>
        </a:xfrm>
      </p:grpSpPr>
      <p:sp>
        <p:nvSpPr>
          <p:cNvPr id="62" name="Google Shape;62;p15"/>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 name="Google Shape;63;p15"/>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4" name="Google Shape;64;p15"/>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5" name="Google Shape;65;p15"/>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66" name="Google Shape;66;p15"/>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7" name="Google Shape;67;p15"/>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15"/>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15"/>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0" name="Google Shape;70;p15"/>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1" name="Google Shape;71;p15"/>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2" name="Google Shape;72;p15"/>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3" name="Google Shape;73;p15"/>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74" name="Google Shape;74;p15"/>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5" name="Google Shape;75;p15"/>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6" name="Google Shape;76;p15"/>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7" name="Google Shape;77;p15"/>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8" name="Google Shape;78;p15"/>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79" name="Shape 79"/>
        <p:cNvGrpSpPr/>
        <p:nvPr/>
      </p:nvGrpSpPr>
      <p:grpSpPr>
        <a:xfrm>
          <a:off x="0" y="0"/>
          <a:ext cx="0" cy="0"/>
          <a:chOff x="0" y="0"/>
          <a:chExt cx="0" cy="0"/>
        </a:xfrm>
      </p:grpSpPr>
      <p:sp>
        <p:nvSpPr>
          <p:cNvPr id="80" name="Google Shape;80;p16"/>
          <p:cNvSpPr/>
          <p:nvPr>
            <p:ph idx="2" type="pic"/>
          </p:nvPr>
        </p:nvSpPr>
        <p:spPr>
          <a:xfrm>
            <a:off x="0" y="-9000"/>
            <a:ext cx="3054300" cy="3252900"/>
          </a:xfrm>
          <a:prstGeom prst="rect">
            <a:avLst/>
          </a:prstGeom>
          <a:noFill/>
          <a:ln>
            <a:noFill/>
          </a:ln>
        </p:spPr>
      </p:sp>
      <p:sp>
        <p:nvSpPr>
          <p:cNvPr id="81" name="Google Shape;81;p16"/>
          <p:cNvSpPr/>
          <p:nvPr>
            <p:ph idx="3" type="pic"/>
          </p:nvPr>
        </p:nvSpPr>
        <p:spPr>
          <a:xfrm>
            <a:off x="3044117" y="-9000"/>
            <a:ext cx="3054300" cy="3252900"/>
          </a:xfrm>
          <a:prstGeom prst="rect">
            <a:avLst/>
          </a:prstGeom>
          <a:noFill/>
          <a:ln>
            <a:noFill/>
          </a:ln>
        </p:spPr>
      </p:sp>
      <p:sp>
        <p:nvSpPr>
          <p:cNvPr id="82" name="Google Shape;82;p16"/>
          <p:cNvSpPr/>
          <p:nvPr>
            <p:ph idx="4" type="pic"/>
          </p:nvPr>
        </p:nvSpPr>
        <p:spPr>
          <a:xfrm>
            <a:off x="6088233" y="-9000"/>
            <a:ext cx="3054300" cy="3252900"/>
          </a:xfrm>
          <a:prstGeom prst="rect">
            <a:avLst/>
          </a:prstGeom>
          <a:noFill/>
          <a:ln>
            <a:noFill/>
          </a:ln>
        </p:spPr>
      </p:sp>
      <p:sp>
        <p:nvSpPr>
          <p:cNvPr id="83" name="Google Shape;83;p16"/>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16"/>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5" name="Google Shape;85;p16"/>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6" name="Google Shape;86;p16"/>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87" name="Google Shape;87;p16"/>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8" name="Google Shape;88;p16"/>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9" name="Google Shape;89;p16"/>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0" name="Google Shape;90;p16"/>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1" name="Google Shape;91;p16"/>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92" name="Shape 92"/>
        <p:cNvGrpSpPr/>
        <p:nvPr/>
      </p:nvGrpSpPr>
      <p:grpSpPr>
        <a:xfrm>
          <a:off x="0" y="0"/>
          <a:ext cx="0" cy="0"/>
          <a:chOff x="0" y="0"/>
          <a:chExt cx="0" cy="0"/>
        </a:xfrm>
      </p:grpSpPr>
      <p:sp>
        <p:nvSpPr>
          <p:cNvPr id="93" name="Google Shape;93;p17"/>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94" name="Google Shape;94;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5" name="Google Shape;95;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6" name="Google Shape;96;p17"/>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7" name="Google Shape;97;p17"/>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8" name="Google Shape;98;p17"/>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99" name="Google Shape;99;p17"/>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0" name="Google Shape;100;p17"/>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101" name="Google Shape;101;p17"/>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2" name="Google Shape;102;p17"/>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3" name="Google Shape;103;p17"/>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4" name="Google Shape;104;p17"/>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5" name="Google Shape;105;p17"/>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6" name="Google Shape;106;p17"/>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7" name="Google Shape;107;p17"/>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8" name="Google Shape;108;p17"/>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9" name="Google Shape;109;p17"/>
          <p:cNvSpPr/>
          <p:nvPr>
            <p:ph idx="19" type="pic"/>
          </p:nvPr>
        </p:nvSpPr>
        <p:spPr>
          <a:xfrm>
            <a:off x="1726022" y="1991825"/>
            <a:ext cx="1288500" cy="1363800"/>
          </a:xfrm>
          <a:prstGeom prst="roundRect">
            <a:avLst>
              <a:gd fmla="val 6764" name="adj"/>
            </a:avLst>
          </a:prstGeom>
          <a:noFill/>
          <a:ln>
            <a:noFill/>
          </a:ln>
        </p:spPr>
      </p:sp>
      <p:sp>
        <p:nvSpPr>
          <p:cNvPr id="110" name="Google Shape;110;p17"/>
          <p:cNvSpPr/>
          <p:nvPr>
            <p:ph idx="20" type="pic"/>
          </p:nvPr>
        </p:nvSpPr>
        <p:spPr>
          <a:xfrm>
            <a:off x="3194345" y="1991825"/>
            <a:ext cx="1288500" cy="1363800"/>
          </a:xfrm>
          <a:prstGeom prst="roundRect">
            <a:avLst>
              <a:gd fmla="val 6764" name="adj"/>
            </a:avLst>
          </a:prstGeom>
          <a:noFill/>
          <a:ln>
            <a:noFill/>
          </a:ln>
        </p:spPr>
      </p:sp>
      <p:sp>
        <p:nvSpPr>
          <p:cNvPr id="111" name="Google Shape;111;p17"/>
          <p:cNvSpPr/>
          <p:nvPr>
            <p:ph idx="21" type="pic"/>
          </p:nvPr>
        </p:nvSpPr>
        <p:spPr>
          <a:xfrm>
            <a:off x="4662668" y="1991825"/>
            <a:ext cx="1288500" cy="1363800"/>
          </a:xfrm>
          <a:prstGeom prst="roundRect">
            <a:avLst>
              <a:gd fmla="val 6764" name="adj"/>
            </a:avLst>
          </a:prstGeom>
          <a:noFill/>
          <a:ln>
            <a:noFill/>
          </a:ln>
        </p:spPr>
      </p:sp>
      <p:sp>
        <p:nvSpPr>
          <p:cNvPr id="112" name="Google Shape;112;p17"/>
          <p:cNvSpPr/>
          <p:nvPr>
            <p:ph idx="22" type="pic"/>
          </p:nvPr>
        </p:nvSpPr>
        <p:spPr>
          <a:xfrm>
            <a:off x="6130990" y="1991825"/>
            <a:ext cx="1288500" cy="1363800"/>
          </a:xfrm>
          <a:prstGeom prst="roundRect">
            <a:avLst>
              <a:gd fmla="val 6764" name="adj"/>
            </a:avLst>
          </a:prstGeom>
          <a:noFill/>
          <a:ln>
            <a:noFill/>
          </a:ln>
        </p:spPr>
      </p:sp>
      <p:sp>
        <p:nvSpPr>
          <p:cNvPr id="113" name="Google Shape;113;p17"/>
          <p:cNvSpPr/>
          <p:nvPr>
            <p:ph idx="23" type="pic"/>
          </p:nvPr>
        </p:nvSpPr>
        <p:spPr>
          <a:xfrm>
            <a:off x="7599313" y="1991825"/>
            <a:ext cx="1288500" cy="1363800"/>
          </a:xfrm>
          <a:prstGeom prst="roundRect">
            <a:avLst>
              <a:gd fmla="val 6764" name="adj"/>
            </a:avLst>
          </a:prstGeom>
          <a:noFill/>
          <a:ln>
            <a:noFill/>
          </a:ln>
        </p:spPr>
      </p:sp>
      <p:sp>
        <p:nvSpPr>
          <p:cNvPr id="114" name="Google Shape;114;p17"/>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115" name="Shape 115"/>
        <p:cNvGrpSpPr/>
        <p:nvPr/>
      </p:nvGrpSpPr>
      <p:grpSpPr>
        <a:xfrm>
          <a:off x="0" y="0"/>
          <a:ext cx="0" cy="0"/>
          <a:chOff x="0" y="0"/>
          <a:chExt cx="0" cy="0"/>
        </a:xfrm>
      </p:grpSpPr>
      <p:sp>
        <p:nvSpPr>
          <p:cNvPr id="116" name="Google Shape;11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 name="Google Shape;11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8" name="Google Shape;118;p18"/>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119" name="Shape 119"/>
        <p:cNvGrpSpPr/>
        <p:nvPr/>
      </p:nvGrpSpPr>
      <p:grpSpPr>
        <a:xfrm>
          <a:off x="0" y="0"/>
          <a:ext cx="0" cy="0"/>
          <a:chOff x="0" y="0"/>
          <a:chExt cx="0" cy="0"/>
        </a:xfrm>
      </p:grpSpPr>
      <p:sp>
        <p:nvSpPr>
          <p:cNvPr id="120" name="Google Shape;120;p19"/>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1" name="Google Shape;121;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22" name="Google Shape;122;p1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23" name="Google Shape;123;p19"/>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124" name="Google Shape;124;p19"/>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125" name="Google Shape;125;p19"/>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26" name="Shape 126"/>
        <p:cNvGrpSpPr/>
        <p:nvPr/>
      </p:nvGrpSpPr>
      <p:grpSpPr>
        <a:xfrm>
          <a:off x="0" y="0"/>
          <a:ext cx="0" cy="0"/>
          <a:chOff x="0" y="0"/>
          <a:chExt cx="0" cy="0"/>
        </a:xfrm>
      </p:grpSpPr>
      <p:sp>
        <p:nvSpPr>
          <p:cNvPr id="127" name="Google Shape;127;p2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8" name="Google Shape;128;p20"/>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9" name="Google Shape;129;p20"/>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30" name="Google Shape;130;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1" name="Google Shape;131;p2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2" name="Google Shape;132;p20"/>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3" name="Google Shape;133;p20"/>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34" name="Google Shape;134;p20"/>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20"/>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36" name="Shape 136"/>
        <p:cNvGrpSpPr/>
        <p:nvPr/>
      </p:nvGrpSpPr>
      <p:grpSpPr>
        <a:xfrm>
          <a:off x="0" y="0"/>
          <a:ext cx="0" cy="0"/>
          <a:chOff x="0" y="0"/>
          <a:chExt cx="0" cy="0"/>
        </a:xfrm>
      </p:grpSpPr>
      <p:sp>
        <p:nvSpPr>
          <p:cNvPr id="137" name="Google Shape;137;p21"/>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8" name="Google Shape;138;p21"/>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9" name="Google Shape;139;p21"/>
          <p:cNvSpPr/>
          <p:nvPr>
            <p:ph idx="2" type="pic"/>
          </p:nvPr>
        </p:nvSpPr>
        <p:spPr>
          <a:xfrm>
            <a:off x="0" y="-9000"/>
            <a:ext cx="3054300" cy="3252900"/>
          </a:xfrm>
          <a:prstGeom prst="rect">
            <a:avLst/>
          </a:prstGeom>
          <a:noFill/>
          <a:ln>
            <a:noFill/>
          </a:ln>
        </p:spPr>
      </p:sp>
      <p:sp>
        <p:nvSpPr>
          <p:cNvPr id="140" name="Google Shape;140;p21"/>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41" name="Google Shape;141;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2" name="Google Shape;142;p21"/>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3" name="Google Shape;143;p21"/>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21"/>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45" name="Google Shape;145;p21"/>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46" name="Shape 146"/>
        <p:cNvGrpSpPr/>
        <p:nvPr/>
      </p:nvGrpSpPr>
      <p:grpSpPr>
        <a:xfrm>
          <a:off x="0" y="0"/>
          <a:ext cx="0" cy="0"/>
          <a:chOff x="0" y="0"/>
          <a:chExt cx="0" cy="0"/>
        </a:xfrm>
      </p:grpSpPr>
      <p:sp>
        <p:nvSpPr>
          <p:cNvPr id="147" name="Google Shape;147;p22"/>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8" name="Google Shape;148;p22"/>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9" name="Google Shape;149;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0" name="Google Shape;150;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1" name="Google Shape;151;p22"/>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52" name="Google Shape;152;p22"/>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3" name="Google Shape;153;p22"/>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4" name="Google Shape;154;p22"/>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55" name="Shape 155"/>
        <p:cNvGrpSpPr/>
        <p:nvPr/>
      </p:nvGrpSpPr>
      <p:grpSpPr>
        <a:xfrm>
          <a:off x="0" y="0"/>
          <a:ext cx="0" cy="0"/>
          <a:chOff x="0" y="0"/>
          <a:chExt cx="0" cy="0"/>
        </a:xfrm>
      </p:grpSpPr>
      <p:sp>
        <p:nvSpPr>
          <p:cNvPr id="156" name="Google Shape;156;p23"/>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7" name="Google Shape;157;p23"/>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8" name="Google Shape;158;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9" name="Google Shape;159;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0" name="Google Shape;160;p23"/>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61" name="Google Shape;161;p2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62" name="Shape 162"/>
        <p:cNvGrpSpPr/>
        <p:nvPr/>
      </p:nvGrpSpPr>
      <p:grpSpPr>
        <a:xfrm>
          <a:off x="0" y="0"/>
          <a:ext cx="0" cy="0"/>
          <a:chOff x="0" y="0"/>
          <a:chExt cx="0" cy="0"/>
        </a:xfrm>
      </p:grpSpPr>
      <p:sp>
        <p:nvSpPr>
          <p:cNvPr id="163" name="Google Shape;163;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4" name="Google Shape;164;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5" name="Google Shape;165;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6" name="Google Shape;166;p24"/>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7" name="Google Shape;167;p24"/>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8" name="Google Shape;168;p24"/>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9" name="Google Shape;169;p24"/>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0" name="Google Shape;170;p24"/>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1" name="Google Shape;171;p24"/>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2" name="Google Shape;172;p24"/>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3" name="Google Shape;173;p24"/>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4" name="Google Shape;174;p24"/>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5" name="Google Shape;175;p24"/>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76" name="Shape 176"/>
        <p:cNvGrpSpPr/>
        <p:nvPr/>
      </p:nvGrpSpPr>
      <p:grpSpPr>
        <a:xfrm>
          <a:off x="0" y="0"/>
          <a:ext cx="0" cy="0"/>
          <a:chOff x="0" y="0"/>
          <a:chExt cx="0" cy="0"/>
        </a:xfrm>
      </p:grpSpPr>
      <p:sp>
        <p:nvSpPr>
          <p:cNvPr id="177" name="Google Shape;177;p25"/>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8" name="Google Shape;178;p25"/>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25"/>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0" name="Google Shape;180;p25"/>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1" name="Google Shape;181;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25"/>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3" name="Google Shape;183;p25"/>
          <p:cNvSpPr/>
          <p:nvPr>
            <p:ph idx="4" type="pic"/>
          </p:nvPr>
        </p:nvSpPr>
        <p:spPr>
          <a:xfrm>
            <a:off x="230075" y="457200"/>
            <a:ext cx="3681600" cy="2309700"/>
          </a:xfrm>
          <a:prstGeom prst="rect">
            <a:avLst/>
          </a:prstGeom>
          <a:noFill/>
          <a:ln>
            <a:noFill/>
          </a:ln>
        </p:spPr>
      </p:sp>
      <p:sp>
        <p:nvSpPr>
          <p:cNvPr id="184" name="Google Shape;184;p25"/>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5" name="Google Shape;185;p25"/>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6" name="Google Shape;186;p25"/>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25"/>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25"/>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9" name="Google Shape;189;p25"/>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90" name="Shape 190"/>
        <p:cNvGrpSpPr/>
        <p:nvPr/>
      </p:nvGrpSpPr>
      <p:grpSpPr>
        <a:xfrm>
          <a:off x="0" y="0"/>
          <a:ext cx="0" cy="0"/>
          <a:chOff x="0" y="0"/>
          <a:chExt cx="0" cy="0"/>
        </a:xfrm>
      </p:grpSpPr>
      <p:sp>
        <p:nvSpPr>
          <p:cNvPr id="191" name="Google Shape;191;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2" name="Google Shape;192;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3" name="Google Shape;193;p2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4" name="Google Shape;194;p26"/>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5" name="Google Shape;195;p26"/>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96" name="Google Shape;196;p26"/>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97" name="Shape 197"/>
        <p:cNvGrpSpPr/>
        <p:nvPr/>
      </p:nvGrpSpPr>
      <p:grpSpPr>
        <a:xfrm>
          <a:off x="0" y="0"/>
          <a:ext cx="0" cy="0"/>
          <a:chOff x="0" y="0"/>
          <a:chExt cx="0" cy="0"/>
        </a:xfrm>
      </p:grpSpPr>
      <p:sp>
        <p:nvSpPr>
          <p:cNvPr id="198" name="Google Shape;198;p2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9" name="Google Shape;199;p2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00" name="Google Shape;200;p27"/>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1" name="Google Shape;201;p27"/>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2" name="Google Shape;202;p27"/>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3" name="Google Shape;203;p27"/>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27"/>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5" name="Google Shape;205;p27"/>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6" name="Google Shape;206;p27"/>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7" name="Google Shape;207;p27"/>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8" name="Google Shape;208;p27"/>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9" name="Google Shape;209;p27"/>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0" name="Google Shape;210;p27"/>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11" name="Google Shape;211;p27"/>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12" name="Google Shape;212;p27"/>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213" name="Shape 213"/>
        <p:cNvGrpSpPr/>
        <p:nvPr/>
      </p:nvGrpSpPr>
      <p:grpSpPr>
        <a:xfrm>
          <a:off x="0" y="0"/>
          <a:ext cx="0" cy="0"/>
          <a:chOff x="0" y="0"/>
          <a:chExt cx="0" cy="0"/>
        </a:xfrm>
      </p:grpSpPr>
      <p:sp>
        <p:nvSpPr>
          <p:cNvPr id="214" name="Google Shape;214;p28"/>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2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6" name="Google Shape;216;p2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7" name="Google Shape;217;p28"/>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18" name="Google Shape;218;p28"/>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9" name="Google Shape;219;p28"/>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0" name="Google Shape;220;p28"/>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1" name="Google Shape;221;p28"/>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22" name="Shape 222"/>
        <p:cNvGrpSpPr/>
        <p:nvPr/>
      </p:nvGrpSpPr>
      <p:grpSpPr>
        <a:xfrm>
          <a:off x="0" y="0"/>
          <a:ext cx="0" cy="0"/>
          <a:chOff x="0" y="0"/>
          <a:chExt cx="0" cy="0"/>
        </a:xfrm>
      </p:grpSpPr>
      <p:sp>
        <p:nvSpPr>
          <p:cNvPr id="223" name="Google Shape;223;p29"/>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24" name="Google Shape;224;p29"/>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225" name="Google Shape;225;p2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6" name="Google Shape;226;p2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7" name="Google Shape;227;p29"/>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8" name="Google Shape;228;p29"/>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9"/>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9"/>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1" name="Google Shape;231;p29"/>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2" name="Google Shape;232;p29"/>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3" name="Google Shape;233;p29"/>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4" name="Google Shape;234;p29"/>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5" name="Google Shape;235;p29"/>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6" name="Google Shape;236;p29"/>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7" name="Google Shape;237;p29"/>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38" name="Google Shape;238;p29"/>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39" name="Shape 239"/>
        <p:cNvGrpSpPr/>
        <p:nvPr/>
      </p:nvGrpSpPr>
      <p:grpSpPr>
        <a:xfrm>
          <a:off x="0" y="0"/>
          <a:ext cx="0" cy="0"/>
          <a:chOff x="0" y="0"/>
          <a:chExt cx="0" cy="0"/>
        </a:xfrm>
      </p:grpSpPr>
      <p:sp>
        <p:nvSpPr>
          <p:cNvPr id="240" name="Google Shape;240;p30"/>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1" name="Google Shape;241;p3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2" name="Google Shape;242;p3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3" name="Google Shape;243;p3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4" name="Google Shape;244;p30"/>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5" name="Google Shape;245;p30"/>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6" name="Google Shape;246;p30"/>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7" name="Google Shape;247;p30"/>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8" name="Google Shape;248;p30"/>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9" name="Google Shape;249;p30"/>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50" name="Google Shape;250;p30"/>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1" name="Google Shape;251;p30"/>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52" name="Shape 252"/>
        <p:cNvGrpSpPr/>
        <p:nvPr/>
      </p:nvGrpSpPr>
      <p:grpSpPr>
        <a:xfrm>
          <a:off x="0" y="0"/>
          <a:ext cx="0" cy="0"/>
          <a:chOff x="0" y="0"/>
          <a:chExt cx="0" cy="0"/>
        </a:xfrm>
      </p:grpSpPr>
      <p:sp>
        <p:nvSpPr>
          <p:cNvPr id="253" name="Google Shape;253;p31"/>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3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3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31"/>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7" name="Google Shape;257;p31"/>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31"/>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9" name="Google Shape;259;p31"/>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60" name="Google Shape;260;p31"/>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1" name="Google Shape;261;p31"/>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2" name="Google Shape;262;p31"/>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3" name="Google Shape;263;p31"/>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4" name="Google Shape;264;p31"/>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5" name="Google Shape;265;p31"/>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66" name="Shape 266"/>
        <p:cNvGrpSpPr/>
        <p:nvPr/>
      </p:nvGrpSpPr>
      <p:grpSpPr>
        <a:xfrm>
          <a:off x="0" y="0"/>
          <a:ext cx="0" cy="0"/>
          <a:chOff x="0" y="0"/>
          <a:chExt cx="0" cy="0"/>
        </a:xfrm>
      </p:grpSpPr>
      <p:sp>
        <p:nvSpPr>
          <p:cNvPr id="267" name="Google Shape;267;p32"/>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68" name="Google Shape;268;p32"/>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69" name="Google Shape;269;p32"/>
          <p:cNvPicPr preferRelativeResize="0"/>
          <p:nvPr/>
        </p:nvPicPr>
        <p:blipFill rotWithShape="1">
          <a:blip r:embed="rId2">
            <a:alphaModFix/>
          </a:blip>
          <a:srcRect b="14407" l="0" r="0" t="14414"/>
          <a:stretch/>
        </p:blipFill>
        <p:spPr>
          <a:xfrm>
            <a:off x="2517525" y="1875150"/>
            <a:ext cx="2822973" cy="1350004"/>
          </a:xfrm>
          <a:prstGeom prst="rect">
            <a:avLst/>
          </a:prstGeom>
          <a:noFill/>
          <a:ln>
            <a:noFill/>
          </a:ln>
        </p:spPr>
      </p:pic>
      <p:sp>
        <p:nvSpPr>
          <p:cNvPr id="270" name="Google Shape;270;p32"/>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1" name="Google Shape;271;p32"/>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2" name="Google Shape;272;p32"/>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3" name="Google Shape;273;p32"/>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4" name="Google Shape;274;p32"/>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5" name="Google Shape;275;p32"/>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6" name="Google Shape;276;p32"/>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7" name="Google Shape;277;p32"/>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8" name="Google Shape;278;p32"/>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9" name="Google Shape;279;p32"/>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0" name="Google Shape;280;p32"/>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1" name="Google Shape;281;p32"/>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82" name="Google Shape;282;p3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3" name="Google Shape;283;p3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4" name="Google Shape;284;p3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85" name="Shape 285"/>
        <p:cNvGrpSpPr/>
        <p:nvPr/>
      </p:nvGrpSpPr>
      <p:grpSpPr>
        <a:xfrm>
          <a:off x="0" y="0"/>
          <a:ext cx="0" cy="0"/>
          <a:chOff x="0" y="0"/>
          <a:chExt cx="0" cy="0"/>
        </a:xfrm>
      </p:grpSpPr>
      <p:sp>
        <p:nvSpPr>
          <p:cNvPr id="286" name="Google Shape;286;p33"/>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87" name="Google Shape;287;p33"/>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88" name="Google Shape;288;p3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89" name="Google Shape;289;p3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0" name="Google Shape;290;p3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1" name="Google Shape;291;p3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2" name="Google Shape;292;p33"/>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3" name="Google Shape;293;p3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4" name="Google Shape;294;p33"/>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5" name="Google Shape;295;p3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6" name="Google Shape;296;p33"/>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97" name="Shape 297"/>
        <p:cNvGrpSpPr/>
        <p:nvPr/>
      </p:nvGrpSpPr>
      <p:grpSpPr>
        <a:xfrm>
          <a:off x="0" y="0"/>
          <a:ext cx="0" cy="0"/>
          <a:chOff x="0" y="0"/>
          <a:chExt cx="0" cy="0"/>
        </a:xfrm>
      </p:grpSpPr>
      <p:sp>
        <p:nvSpPr>
          <p:cNvPr id="298" name="Google Shape;298;p34"/>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9" name="Google Shape;299;p3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0" name="Google Shape;300;p3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1" name="Google Shape;301;p3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02" name="Google Shape;302;p34"/>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303" name="Google Shape;303;p34"/>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4" name="Google Shape;304;p34"/>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5" name="Google Shape;305;p34"/>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6" name="Google Shape;306;p34"/>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7" name="Google Shape;307;p34"/>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8" name="Google Shape;308;p34"/>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9" name="Google Shape;309;p34"/>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310" name="Google Shape;310;p34"/>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1" name="Google Shape;311;p34"/>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2" name="Google Shape;312;p34"/>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3" name="Google Shape;313;p34"/>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4" name="Google Shape;314;p34"/>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5" name="Google Shape;315;p34"/>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6" name="Google Shape;316;p34"/>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317" name="Shape 317"/>
        <p:cNvGrpSpPr/>
        <p:nvPr/>
      </p:nvGrpSpPr>
      <p:grpSpPr>
        <a:xfrm>
          <a:off x="0" y="0"/>
          <a:ext cx="0" cy="0"/>
          <a:chOff x="0" y="0"/>
          <a:chExt cx="0" cy="0"/>
        </a:xfrm>
      </p:grpSpPr>
      <p:sp>
        <p:nvSpPr>
          <p:cNvPr id="318" name="Google Shape;318;p3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19" name="Google Shape;319;p3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20" name="Google Shape;320;p3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21" name="Google Shape;321;p3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2" name="Google Shape;322;p35"/>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3" name="Google Shape;323;p35"/>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4" name="Google Shape;324;p35"/>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5" name="Google Shape;325;p35"/>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6" name="Google Shape;326;p35"/>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7" name="Google Shape;327;p35"/>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8" name="Google Shape;328;p35"/>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9" name="Google Shape;329;p35"/>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0" name="Google Shape;330;p35"/>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31" name="Google Shape;331;p35"/>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32" name="Google Shape;332;p35"/>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3" name="Google Shape;333;p35"/>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334" name="Shape 334"/>
        <p:cNvGrpSpPr/>
        <p:nvPr/>
      </p:nvGrpSpPr>
      <p:grpSpPr>
        <a:xfrm>
          <a:off x="0" y="0"/>
          <a:ext cx="0" cy="0"/>
          <a:chOff x="0" y="0"/>
          <a:chExt cx="0" cy="0"/>
        </a:xfrm>
      </p:grpSpPr>
      <p:sp>
        <p:nvSpPr>
          <p:cNvPr id="335" name="Google Shape;335;p3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6" name="Google Shape;336;p36"/>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7" name="Google Shape;337;p3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8" name="Google Shape;338;p3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9" name="Google Shape;339;p3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40" name="Google Shape;340;p36"/>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1" name="Google Shape;341;p36"/>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2" name="Google Shape;342;p36"/>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3" name="Google Shape;343;p36"/>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4" name="Google Shape;344;p36"/>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5" name="Google Shape;345;p36"/>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6" name="Google Shape;346;p36"/>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7" name="Google Shape;347;p36"/>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8" name="Google Shape;348;p36"/>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49" name="Shape 349"/>
        <p:cNvGrpSpPr/>
        <p:nvPr/>
      </p:nvGrpSpPr>
      <p:grpSpPr>
        <a:xfrm>
          <a:off x="0" y="0"/>
          <a:ext cx="0" cy="0"/>
          <a:chOff x="0" y="0"/>
          <a:chExt cx="0" cy="0"/>
        </a:xfrm>
      </p:grpSpPr>
      <p:sp>
        <p:nvSpPr>
          <p:cNvPr id="350" name="Google Shape;350;p37"/>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51" name="Google Shape;351;p3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2" name="Google Shape;352;p3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3" name="Google Shape;353;p3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54" name="Google Shape;354;p37"/>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55" name="Google Shape;355;p37"/>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6" name="Google Shape;356;p37"/>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7" name="Google Shape;357;p37"/>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8" name="Google Shape;358;p37"/>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9" name="Google Shape;359;p37"/>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0" name="Google Shape;360;p37"/>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1" name="Google Shape;361;p37"/>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2" name="Google Shape;362;p37"/>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3" name="Google Shape;363;p37"/>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4" name="Google Shape;364;p37"/>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5" name="Google Shape;365;p37"/>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6" name="Google Shape;366;p37"/>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7" name="Google Shape;367;p37"/>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8" name="Google Shape;368;p37"/>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9" name="Google Shape;369;p37"/>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70" name="Google Shape;370;p37"/>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71" name="Shape 371"/>
        <p:cNvGrpSpPr/>
        <p:nvPr/>
      </p:nvGrpSpPr>
      <p:grpSpPr>
        <a:xfrm>
          <a:off x="0" y="0"/>
          <a:ext cx="0" cy="0"/>
          <a:chOff x="0" y="0"/>
          <a:chExt cx="0" cy="0"/>
        </a:xfrm>
      </p:grpSpPr>
      <p:sp>
        <p:nvSpPr>
          <p:cNvPr id="372" name="Google Shape;372;p38"/>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3" name="Google Shape;373;p38"/>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4" name="Google Shape;374;p3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5" name="Google Shape;375;p3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6" name="Google Shape;376;p38"/>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77" name="Google Shape;377;p38"/>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78" name="Google Shape;378;p38"/>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9" name="Shape 379"/>
        <p:cNvGrpSpPr/>
        <p:nvPr/>
      </p:nvGrpSpPr>
      <p:grpSpPr>
        <a:xfrm>
          <a:off x="0" y="0"/>
          <a:ext cx="0" cy="0"/>
          <a:chOff x="0" y="0"/>
          <a:chExt cx="0" cy="0"/>
        </a:xfrm>
      </p:grpSpPr>
      <p:sp>
        <p:nvSpPr>
          <p:cNvPr id="380" name="Google Shape;380;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1" name="Google Shape;381;p39"/>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2" name="Shape 382"/>
        <p:cNvGrpSpPr/>
        <p:nvPr/>
      </p:nvGrpSpPr>
      <p:grpSpPr>
        <a:xfrm>
          <a:off x="0" y="0"/>
          <a:ext cx="0" cy="0"/>
          <a:chOff x="0" y="0"/>
          <a:chExt cx="0" cy="0"/>
        </a:xfrm>
      </p:grpSpPr>
      <p:sp>
        <p:nvSpPr>
          <p:cNvPr id="383" name="Google Shape;383;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4" name="Shape 384"/>
        <p:cNvGrpSpPr/>
        <p:nvPr/>
      </p:nvGrpSpPr>
      <p:grpSpPr>
        <a:xfrm>
          <a:off x="0" y="0"/>
          <a:ext cx="0" cy="0"/>
          <a:chOff x="0" y="0"/>
          <a:chExt cx="0" cy="0"/>
        </a:xfrm>
      </p:grpSpPr>
      <p:sp>
        <p:nvSpPr>
          <p:cNvPr id="385" name="Google Shape;38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1" name="Shape 391"/>
        <p:cNvGrpSpPr/>
        <p:nvPr/>
      </p:nvGrpSpPr>
      <p:grpSpPr>
        <a:xfrm>
          <a:off x="0" y="0"/>
          <a:ext cx="0" cy="0"/>
          <a:chOff x="0" y="0"/>
          <a:chExt cx="0" cy="0"/>
        </a:xfrm>
      </p:grpSpPr>
      <p:sp>
        <p:nvSpPr>
          <p:cNvPr id="392" name="Google Shape;39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6" name="Shape 396"/>
        <p:cNvGrpSpPr/>
        <p:nvPr/>
      </p:nvGrpSpPr>
      <p:grpSpPr>
        <a:xfrm>
          <a:off x="0" y="0"/>
          <a:ext cx="0" cy="0"/>
          <a:chOff x="0" y="0"/>
          <a:chExt cx="0" cy="0"/>
        </a:xfrm>
      </p:grpSpPr>
      <p:sp>
        <p:nvSpPr>
          <p:cNvPr id="397" name="Google Shape;397;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8" name="Shape 398"/>
        <p:cNvGrpSpPr/>
        <p:nvPr/>
      </p:nvGrpSpPr>
      <p:grpSpPr>
        <a:xfrm>
          <a:off x="0" y="0"/>
          <a:ext cx="0" cy="0"/>
          <a:chOff x="0" y="0"/>
          <a:chExt cx="0" cy="0"/>
        </a:xfrm>
      </p:grpSpPr>
      <p:sp>
        <p:nvSpPr>
          <p:cNvPr id="399" name="Google Shape;399;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0" name="Google Shape;400;p46"/>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1" name="Google Shape;401;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4" name="Shape 404"/>
        <p:cNvGrpSpPr/>
        <p:nvPr/>
      </p:nvGrpSpPr>
      <p:grpSpPr>
        <a:xfrm>
          <a:off x="0" y="0"/>
          <a:ext cx="0" cy="0"/>
          <a:chOff x="0" y="0"/>
          <a:chExt cx="0" cy="0"/>
        </a:xfrm>
      </p:grpSpPr>
      <p:sp>
        <p:nvSpPr>
          <p:cNvPr id="405" name="Google Shape;405;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6" name="Google Shape;406;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7" name="Shape 40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8" name="Shape 408"/>
        <p:cNvGrpSpPr/>
        <p:nvPr/>
      </p:nvGrpSpPr>
      <p:grpSpPr>
        <a:xfrm>
          <a:off x="0" y="0"/>
          <a:ext cx="0" cy="0"/>
          <a:chOff x="0" y="0"/>
          <a:chExt cx="0" cy="0"/>
        </a:xfrm>
      </p:grpSpPr>
      <p:sp>
        <p:nvSpPr>
          <p:cNvPr id="409" name="Google Shape;409;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5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5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5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6" name="Shape 416"/>
        <p:cNvGrpSpPr/>
        <p:nvPr/>
      </p:nvGrpSpPr>
      <p:grpSpPr>
        <a:xfrm>
          <a:off x="0" y="0"/>
          <a:ext cx="0" cy="0"/>
          <a:chOff x="0" y="0"/>
          <a:chExt cx="0" cy="0"/>
        </a:xfrm>
      </p:grpSpPr>
      <p:sp>
        <p:nvSpPr>
          <p:cNvPr id="417" name="Google Shape;4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0" name="Shape 420"/>
        <p:cNvGrpSpPr/>
        <p:nvPr/>
      </p:nvGrpSpPr>
      <p:grpSpPr>
        <a:xfrm>
          <a:off x="0" y="0"/>
          <a:ext cx="0" cy="0"/>
          <a:chOff x="0" y="0"/>
          <a:chExt cx="0" cy="0"/>
        </a:xfrm>
      </p:grpSpPr>
      <p:sp>
        <p:nvSpPr>
          <p:cNvPr id="421" name="Google Shape;421;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2" name="Google Shape;422;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5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5" name="Google Shape;425;p5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6" name="Shape 426"/>
        <p:cNvGrpSpPr/>
        <p:nvPr/>
      </p:nvGrpSpPr>
      <p:grpSpPr>
        <a:xfrm>
          <a:off x="0" y="0"/>
          <a:ext cx="0" cy="0"/>
          <a:chOff x="0" y="0"/>
          <a:chExt cx="0" cy="0"/>
        </a:xfrm>
      </p:grpSpPr>
      <p:sp>
        <p:nvSpPr>
          <p:cNvPr id="427" name="Google Shape;427;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0" name="Google Shape;430;p5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4" name="Shape 434"/>
        <p:cNvGrpSpPr/>
        <p:nvPr/>
      </p:nvGrpSpPr>
      <p:grpSpPr>
        <a:xfrm>
          <a:off x="0" y="0"/>
          <a:ext cx="0" cy="0"/>
          <a:chOff x="0" y="0"/>
          <a:chExt cx="0" cy="0"/>
        </a:xfrm>
      </p:grpSpPr>
      <p:sp>
        <p:nvSpPr>
          <p:cNvPr id="435" name="Google Shape;43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5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7" name="Shape 447"/>
        <p:cNvGrpSpPr/>
        <p:nvPr/>
      </p:nvGrpSpPr>
      <p:grpSpPr>
        <a:xfrm>
          <a:off x="0" y="0"/>
          <a:ext cx="0" cy="0"/>
          <a:chOff x="0" y="0"/>
          <a:chExt cx="0" cy="0"/>
        </a:xfrm>
      </p:grpSpPr>
      <p:sp>
        <p:nvSpPr>
          <p:cNvPr id="448" name="Google Shape;448;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9" name="Google Shape;449;p56"/>
          <p:cNvSpPr/>
          <p:nvPr>
            <p:ph idx="2" type="pic"/>
          </p:nvPr>
        </p:nvSpPr>
        <p:spPr>
          <a:xfrm>
            <a:off x="4804825" y="1133300"/>
            <a:ext cx="4027500" cy="2392800"/>
          </a:xfrm>
          <a:prstGeom prst="rect">
            <a:avLst/>
          </a:prstGeom>
          <a:noFill/>
          <a:ln>
            <a:noFill/>
          </a:ln>
        </p:spPr>
      </p:sp>
      <p:sp>
        <p:nvSpPr>
          <p:cNvPr id="450" name="Google Shape;450;p56"/>
          <p:cNvSpPr/>
          <p:nvPr>
            <p:ph idx="3" type="pic"/>
          </p:nvPr>
        </p:nvSpPr>
        <p:spPr>
          <a:xfrm>
            <a:off x="311725" y="1133300"/>
            <a:ext cx="4027500" cy="2392800"/>
          </a:xfrm>
          <a:prstGeom prst="rect">
            <a:avLst/>
          </a:prstGeom>
          <a:noFill/>
          <a:ln>
            <a:noFill/>
          </a:ln>
        </p:spPr>
      </p:sp>
      <p:sp>
        <p:nvSpPr>
          <p:cNvPr id="451" name="Google Shape;451;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3" name="Google Shape;453;p5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4" name="Google Shape;454;p5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57"/>
          <p:cNvSpPr/>
          <p:nvPr>
            <p:ph idx="2" type="pic"/>
          </p:nvPr>
        </p:nvSpPr>
        <p:spPr>
          <a:xfrm>
            <a:off x="6205225" y="1128325"/>
            <a:ext cx="2627100" cy="2273100"/>
          </a:xfrm>
          <a:prstGeom prst="rect">
            <a:avLst/>
          </a:prstGeom>
          <a:noFill/>
          <a:ln>
            <a:noFill/>
          </a:ln>
        </p:spPr>
      </p:sp>
      <p:sp>
        <p:nvSpPr>
          <p:cNvPr id="458" name="Google Shape;458;p57"/>
          <p:cNvSpPr/>
          <p:nvPr>
            <p:ph idx="3" type="pic"/>
          </p:nvPr>
        </p:nvSpPr>
        <p:spPr>
          <a:xfrm>
            <a:off x="311725" y="1128325"/>
            <a:ext cx="2627100" cy="2273100"/>
          </a:xfrm>
          <a:prstGeom prst="rect">
            <a:avLst/>
          </a:prstGeom>
          <a:noFill/>
          <a:ln>
            <a:noFill/>
          </a:ln>
        </p:spPr>
      </p:sp>
      <p:sp>
        <p:nvSpPr>
          <p:cNvPr id="459" name="Google Shape;459;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57"/>
          <p:cNvSpPr/>
          <p:nvPr>
            <p:ph idx="5" type="pic"/>
          </p:nvPr>
        </p:nvSpPr>
        <p:spPr>
          <a:xfrm>
            <a:off x="3255250" y="1128325"/>
            <a:ext cx="2627100" cy="2273100"/>
          </a:xfrm>
          <a:prstGeom prst="rect">
            <a:avLst/>
          </a:prstGeom>
          <a:noFill/>
          <a:ln>
            <a:noFill/>
          </a:ln>
        </p:spPr>
      </p:sp>
      <p:sp>
        <p:nvSpPr>
          <p:cNvPr id="461" name="Google Shape;461;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5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5" name="Google Shape;465;p5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6" name="Shape 466"/>
        <p:cNvGrpSpPr/>
        <p:nvPr/>
      </p:nvGrpSpPr>
      <p:grpSpPr>
        <a:xfrm>
          <a:off x="0" y="0"/>
          <a:ext cx="0" cy="0"/>
          <a:chOff x="0" y="0"/>
          <a:chExt cx="0" cy="0"/>
        </a:xfrm>
      </p:grpSpPr>
      <p:sp>
        <p:nvSpPr>
          <p:cNvPr id="467" name="Google Shape;46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8" name="Shape 468"/>
        <p:cNvGrpSpPr/>
        <p:nvPr/>
      </p:nvGrpSpPr>
      <p:grpSpPr>
        <a:xfrm>
          <a:off x="0" y="0"/>
          <a:ext cx="0" cy="0"/>
          <a:chOff x="0" y="0"/>
          <a:chExt cx="0" cy="0"/>
        </a:xfrm>
      </p:grpSpPr>
      <p:sp>
        <p:nvSpPr>
          <p:cNvPr id="469" name="Google Shape;469;p59"/>
          <p:cNvSpPr/>
          <p:nvPr>
            <p:ph idx="2" type="pic"/>
          </p:nvPr>
        </p:nvSpPr>
        <p:spPr>
          <a:xfrm>
            <a:off x="3389600" y="118913"/>
            <a:ext cx="1643700" cy="1535100"/>
          </a:xfrm>
          <a:prstGeom prst="rect">
            <a:avLst/>
          </a:prstGeom>
          <a:noFill/>
          <a:ln>
            <a:noFill/>
          </a:ln>
        </p:spPr>
      </p:sp>
      <p:sp>
        <p:nvSpPr>
          <p:cNvPr id="470" name="Google Shape;470;p59"/>
          <p:cNvSpPr/>
          <p:nvPr>
            <p:ph idx="3" type="pic"/>
          </p:nvPr>
        </p:nvSpPr>
        <p:spPr>
          <a:xfrm>
            <a:off x="5195935" y="118913"/>
            <a:ext cx="1643700" cy="1535100"/>
          </a:xfrm>
          <a:prstGeom prst="rect">
            <a:avLst/>
          </a:prstGeom>
          <a:noFill/>
          <a:ln>
            <a:noFill/>
          </a:ln>
        </p:spPr>
      </p:sp>
      <p:sp>
        <p:nvSpPr>
          <p:cNvPr id="471" name="Google Shape;471;p59"/>
          <p:cNvSpPr/>
          <p:nvPr>
            <p:ph idx="4" type="pic"/>
          </p:nvPr>
        </p:nvSpPr>
        <p:spPr>
          <a:xfrm>
            <a:off x="7002270" y="118913"/>
            <a:ext cx="1643700" cy="1535100"/>
          </a:xfrm>
          <a:prstGeom prst="rect">
            <a:avLst/>
          </a:prstGeom>
          <a:noFill/>
          <a:ln>
            <a:noFill/>
          </a:ln>
        </p:spPr>
      </p:sp>
      <p:sp>
        <p:nvSpPr>
          <p:cNvPr id="472" name="Google Shape;472;p59"/>
          <p:cNvSpPr/>
          <p:nvPr>
            <p:ph idx="5" type="pic"/>
          </p:nvPr>
        </p:nvSpPr>
        <p:spPr>
          <a:xfrm>
            <a:off x="3389588" y="1804212"/>
            <a:ext cx="1643700" cy="1535100"/>
          </a:xfrm>
          <a:prstGeom prst="rect">
            <a:avLst/>
          </a:prstGeom>
          <a:noFill/>
          <a:ln>
            <a:noFill/>
          </a:ln>
        </p:spPr>
      </p:sp>
      <p:sp>
        <p:nvSpPr>
          <p:cNvPr id="473" name="Google Shape;473;p59"/>
          <p:cNvSpPr/>
          <p:nvPr>
            <p:ph idx="6" type="pic"/>
          </p:nvPr>
        </p:nvSpPr>
        <p:spPr>
          <a:xfrm>
            <a:off x="5195922" y="1804212"/>
            <a:ext cx="1643700" cy="1535100"/>
          </a:xfrm>
          <a:prstGeom prst="rect">
            <a:avLst/>
          </a:prstGeom>
          <a:noFill/>
          <a:ln>
            <a:noFill/>
          </a:ln>
        </p:spPr>
      </p:sp>
      <p:sp>
        <p:nvSpPr>
          <p:cNvPr id="474" name="Google Shape;474;p59"/>
          <p:cNvSpPr/>
          <p:nvPr>
            <p:ph idx="7" type="pic"/>
          </p:nvPr>
        </p:nvSpPr>
        <p:spPr>
          <a:xfrm>
            <a:off x="7002257" y="1804212"/>
            <a:ext cx="1643700" cy="1535100"/>
          </a:xfrm>
          <a:prstGeom prst="rect">
            <a:avLst/>
          </a:prstGeom>
          <a:noFill/>
          <a:ln>
            <a:noFill/>
          </a:ln>
        </p:spPr>
      </p:sp>
      <p:sp>
        <p:nvSpPr>
          <p:cNvPr id="475" name="Google Shape;475;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59"/>
          <p:cNvSpPr/>
          <p:nvPr>
            <p:ph idx="8" type="pic"/>
          </p:nvPr>
        </p:nvSpPr>
        <p:spPr>
          <a:xfrm>
            <a:off x="3389588" y="3489487"/>
            <a:ext cx="1643700" cy="1535100"/>
          </a:xfrm>
          <a:prstGeom prst="rect">
            <a:avLst/>
          </a:prstGeom>
          <a:noFill/>
          <a:ln>
            <a:noFill/>
          </a:ln>
        </p:spPr>
      </p:sp>
      <p:sp>
        <p:nvSpPr>
          <p:cNvPr id="477" name="Google Shape;477;p59"/>
          <p:cNvSpPr/>
          <p:nvPr>
            <p:ph idx="9" type="pic"/>
          </p:nvPr>
        </p:nvSpPr>
        <p:spPr>
          <a:xfrm>
            <a:off x="5195922" y="3489487"/>
            <a:ext cx="1643700" cy="1535100"/>
          </a:xfrm>
          <a:prstGeom prst="rect">
            <a:avLst/>
          </a:prstGeom>
          <a:noFill/>
          <a:ln>
            <a:noFill/>
          </a:ln>
        </p:spPr>
      </p:sp>
      <p:sp>
        <p:nvSpPr>
          <p:cNvPr id="478" name="Google Shape;47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2.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2" name="Google Shape;52;p1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13"/>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54" name="Google Shape;54;p13"/>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idx="3" type="title"/>
          </p:nvPr>
        </p:nvSpPr>
        <p:spPr>
          <a:xfrm>
            <a:off x="83143" y="833558"/>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COSC 214 GROUP PROJECT</a:t>
            </a:r>
            <a:endParaRPr/>
          </a:p>
        </p:txBody>
      </p:sp>
      <p:sp>
        <p:nvSpPr>
          <p:cNvPr id="484" name="Google Shape;484;p60"/>
          <p:cNvSpPr txBox="1"/>
          <p:nvPr>
            <p:ph type="title"/>
          </p:nvPr>
        </p:nvSpPr>
        <p:spPr>
          <a:xfrm>
            <a:off x="228225" y="4579187"/>
            <a:ext cx="73104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Evaluating Data Structures</a:t>
            </a:r>
            <a:endParaRPr/>
          </a:p>
        </p:txBody>
      </p:sp>
      <p:sp>
        <p:nvSpPr>
          <p:cNvPr id="485" name="Google Shape;485;p60"/>
          <p:cNvSpPr txBox="1"/>
          <p:nvPr>
            <p:ph idx="1" type="subTitle"/>
          </p:nvPr>
        </p:nvSpPr>
        <p:spPr>
          <a:xfrm>
            <a:off x="334875" y="3434725"/>
            <a:ext cx="56559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By Robert Lawrence, Abimbola Adedeji, Robert Johnson</a:t>
            </a:r>
            <a:endParaRPr/>
          </a:p>
          <a:p>
            <a:pPr indent="0" lvl="0" marL="0" rtl="0" algn="l">
              <a:spcBef>
                <a:spcPts val="0"/>
              </a:spcBef>
              <a:spcAft>
                <a:spcPts val="0"/>
              </a:spcAft>
              <a:buNone/>
            </a:pPr>
            <a:r>
              <a:t/>
            </a:r>
            <a:endParaRPr/>
          </a:p>
        </p:txBody>
      </p:sp>
      <p:sp>
        <p:nvSpPr>
          <p:cNvPr id="486" name="Google Shape;486;p60"/>
          <p:cNvSpPr txBox="1"/>
          <p:nvPr>
            <p:ph idx="2" type="subTitle"/>
          </p:nvPr>
        </p:nvSpPr>
        <p:spPr>
          <a:xfrm>
            <a:off x="83150" y="136200"/>
            <a:ext cx="2712000" cy="36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COSC 214 </a:t>
            </a:r>
            <a:br>
              <a:rPr lang="en"/>
            </a:br>
            <a:r>
              <a:rPr lang="en"/>
              <a:t>Professor</a:t>
            </a:r>
            <a:r>
              <a:rPr lang="en"/>
              <a:t> Sarker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1"/>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THE VISION</a:t>
            </a:r>
            <a:endParaRPr/>
          </a:p>
        </p:txBody>
      </p:sp>
      <p:sp>
        <p:nvSpPr>
          <p:cNvPr id="492" name="Google Shape;492;p61"/>
          <p:cNvSpPr txBox="1"/>
          <p:nvPr>
            <p:ph idx="1" type="subTitle"/>
          </p:nvPr>
        </p:nvSpPr>
        <p:spPr>
          <a:xfrm>
            <a:off x="372750" y="3243900"/>
            <a:ext cx="8693700" cy="1409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Clr>
                <a:schemeClr val="dk1"/>
              </a:buClr>
              <a:buSzPts val="1400"/>
              <a:buChar char="➔"/>
            </a:pPr>
            <a:r>
              <a:rPr lang="en"/>
              <a:t>Compare how different data structures store and manage patient records</a:t>
            </a:r>
            <a:endParaRPr/>
          </a:p>
          <a:p>
            <a:pPr indent="0" lvl="0" marL="45720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n"/>
              <a:t>Measure performance for insert, search, delete, and traversal</a:t>
            </a:r>
            <a:endParaRPr/>
          </a:p>
          <a:p>
            <a:pPr indent="0" lvl="0" marL="45720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n"/>
              <a:t>Relate observed performance to algorithm efficiency</a:t>
            </a:r>
            <a:endParaRPr/>
          </a:p>
          <a:p>
            <a:pPr indent="0" lvl="0" marL="457200" rtl="0" algn="l">
              <a:spcBef>
                <a:spcPts val="0"/>
              </a:spcBef>
              <a:spcAft>
                <a:spcPts val="0"/>
              </a:spcAft>
              <a:buNone/>
            </a:pPr>
            <a:r>
              <a:t/>
            </a:r>
            <a:endParaRPr/>
          </a:p>
        </p:txBody>
      </p:sp>
      <p:sp>
        <p:nvSpPr>
          <p:cNvPr id="493" name="Google Shape;493;p61"/>
          <p:cNvSpPr txBox="1"/>
          <p:nvPr>
            <p:ph idx="3" type="title"/>
          </p:nvPr>
        </p:nvSpPr>
        <p:spPr>
          <a:xfrm>
            <a:off x="230075" y="536397"/>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 are evaluating how different data structures perform when managing patient records.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2"/>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t>
            </a:r>
            <a:r>
              <a:rPr lang="en"/>
              <a:t>Patient Record</a:t>
            </a:r>
            <a:r>
              <a:rPr lang="en"/>
              <a:t>’ Model</a:t>
            </a:r>
            <a:endParaRPr/>
          </a:p>
        </p:txBody>
      </p:sp>
      <p:sp>
        <p:nvSpPr>
          <p:cNvPr id="499" name="Google Shape;499;p62"/>
          <p:cNvSpPr txBox="1"/>
          <p:nvPr>
            <p:ph type="title"/>
          </p:nvPr>
        </p:nvSpPr>
        <p:spPr>
          <a:xfrm>
            <a:off x="7307575" y="921900"/>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ID</a:t>
            </a:r>
            <a:endParaRPr sz="1400"/>
          </a:p>
        </p:txBody>
      </p:sp>
      <p:sp>
        <p:nvSpPr>
          <p:cNvPr id="500" name="Google Shape;500;p62"/>
          <p:cNvSpPr txBox="1"/>
          <p:nvPr>
            <p:ph idx="3" type="title"/>
          </p:nvPr>
        </p:nvSpPr>
        <p:spPr>
          <a:xfrm>
            <a:off x="230075" y="58625"/>
            <a:ext cx="2500500" cy="17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t>
            </a:r>
            <a:r>
              <a:rPr lang="en"/>
              <a:t>VISION</a:t>
            </a:r>
            <a:endParaRPr/>
          </a:p>
        </p:txBody>
      </p:sp>
      <p:sp>
        <p:nvSpPr>
          <p:cNvPr id="501" name="Google Shape;501;p62"/>
          <p:cNvSpPr txBox="1"/>
          <p:nvPr>
            <p:ph idx="5" type="title"/>
          </p:nvPr>
        </p:nvSpPr>
        <p:spPr>
          <a:xfrm>
            <a:off x="7307575" y="1367001"/>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Age</a:t>
            </a:r>
            <a:endParaRPr sz="1400"/>
          </a:p>
        </p:txBody>
      </p:sp>
      <p:sp>
        <p:nvSpPr>
          <p:cNvPr id="502" name="Google Shape;502;p62"/>
          <p:cNvSpPr txBox="1"/>
          <p:nvPr>
            <p:ph idx="6" type="title"/>
          </p:nvPr>
        </p:nvSpPr>
        <p:spPr>
          <a:xfrm>
            <a:off x="7307575" y="1812102"/>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Medical Condition</a:t>
            </a:r>
            <a:endParaRPr sz="1400"/>
          </a:p>
        </p:txBody>
      </p:sp>
      <p:sp>
        <p:nvSpPr>
          <p:cNvPr id="503" name="Google Shape;503;p62"/>
          <p:cNvSpPr txBox="1"/>
          <p:nvPr>
            <p:ph idx="7" type="title"/>
          </p:nvPr>
        </p:nvSpPr>
        <p:spPr>
          <a:xfrm>
            <a:off x="7307575" y="2251803"/>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Hospital</a:t>
            </a:r>
            <a:endParaRPr sz="1400"/>
          </a:p>
        </p:txBody>
      </p:sp>
      <p:sp>
        <p:nvSpPr>
          <p:cNvPr id="504" name="Google Shape;504;p62"/>
          <p:cNvSpPr txBox="1"/>
          <p:nvPr>
            <p:ph idx="8" type="title"/>
          </p:nvPr>
        </p:nvSpPr>
        <p:spPr>
          <a:xfrm>
            <a:off x="7307575" y="2695673"/>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Admission Type</a:t>
            </a:r>
            <a:endParaRPr sz="1400"/>
          </a:p>
        </p:txBody>
      </p:sp>
      <p:sp>
        <p:nvSpPr>
          <p:cNvPr id="505" name="Google Shape;505;p62"/>
          <p:cNvSpPr txBox="1"/>
          <p:nvPr>
            <p:ph idx="9" type="title"/>
          </p:nvPr>
        </p:nvSpPr>
        <p:spPr>
          <a:xfrm>
            <a:off x="7307575" y="3139549"/>
            <a:ext cx="1727100" cy="368100"/>
          </a:xfrm>
          <a:prstGeom prst="rect">
            <a:avLst/>
          </a:prstGeom>
        </p:spPr>
        <p:txBody>
          <a:bodyPr anchorCtr="0" anchor="ctr" bIns="0" lIns="0" spcFirstLastPara="1" rIns="0" wrap="square" tIns="0">
            <a:noAutofit/>
          </a:bodyPr>
          <a:lstStyle/>
          <a:p>
            <a:pPr indent="-317500" lvl="0" marL="457200" rtl="0" algn="l">
              <a:spcBef>
                <a:spcPts val="0"/>
              </a:spcBef>
              <a:spcAft>
                <a:spcPts val="0"/>
              </a:spcAft>
              <a:buSzPts val="1400"/>
              <a:buChar char="●"/>
            </a:pPr>
            <a:r>
              <a:rPr lang="en" sz="1400"/>
              <a:t>Billing Amount</a:t>
            </a:r>
            <a:endParaRPr sz="1400"/>
          </a:p>
        </p:txBody>
      </p:sp>
      <p:sp>
        <p:nvSpPr>
          <p:cNvPr id="506" name="Google Shape;506;p62"/>
          <p:cNvSpPr txBox="1"/>
          <p:nvPr/>
        </p:nvSpPr>
        <p:spPr>
          <a:xfrm>
            <a:off x="470300" y="1330525"/>
            <a:ext cx="5000700" cy="25896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Char char="➔"/>
            </a:pPr>
            <a:r>
              <a:rPr lang="en" sz="2400">
                <a:solidFill>
                  <a:schemeClr val="dk1"/>
                </a:solidFill>
              </a:rPr>
              <a:t>Each dataset row is converted into one ‘</a:t>
            </a:r>
            <a:r>
              <a:rPr lang="en" sz="2400">
                <a:solidFill>
                  <a:schemeClr val="dk1"/>
                </a:solidFill>
              </a:rPr>
              <a:t>Patient Record</a:t>
            </a:r>
            <a:r>
              <a:rPr lang="en" sz="2400">
                <a:solidFill>
                  <a:schemeClr val="dk1"/>
                </a:solidFill>
              </a:rPr>
              <a:t>’</a:t>
            </a:r>
            <a:endParaRPr sz="2400">
              <a:solidFill>
                <a:schemeClr val="dk1"/>
              </a:solidFill>
            </a:endParaRPr>
          </a:p>
          <a:p>
            <a:pPr indent="0" lvl="0" marL="457200" rtl="0" algn="l">
              <a:spcBef>
                <a:spcPts val="0"/>
              </a:spcBef>
              <a:spcAft>
                <a:spcPts val="0"/>
              </a:spcAft>
              <a:buNone/>
            </a:pPr>
            <a:r>
              <a:t/>
            </a:r>
            <a:endParaRPr sz="2400">
              <a:solidFill>
                <a:schemeClr val="dk1"/>
              </a:solidFill>
            </a:endParaRPr>
          </a:p>
          <a:p>
            <a:pPr indent="-381000" lvl="0" marL="457200" rtl="0" algn="l">
              <a:spcBef>
                <a:spcPts val="0"/>
              </a:spcBef>
              <a:spcAft>
                <a:spcPts val="0"/>
              </a:spcAft>
              <a:buClr>
                <a:schemeClr val="dk1"/>
              </a:buClr>
              <a:buSzPts val="2400"/>
              <a:buChar char="➔"/>
            </a:pPr>
            <a:r>
              <a:rPr lang="en" sz="2400">
                <a:solidFill>
                  <a:schemeClr val="dk1"/>
                </a:solidFill>
              </a:rPr>
              <a:t>We use a simplified set of fields instead of every dataset column</a:t>
            </a:r>
            <a:endParaRPr sz="2400">
              <a:solidFill>
                <a:schemeClr val="dk1"/>
              </a:solidFill>
            </a:endParaRPr>
          </a:p>
          <a:p>
            <a:pPr indent="0" lvl="0" marL="457200" rtl="0" algn="l">
              <a:spcBef>
                <a:spcPts val="0"/>
              </a:spcBef>
              <a:spcAft>
                <a:spcPts val="0"/>
              </a:spcAft>
              <a:buNone/>
            </a:pPr>
            <a:r>
              <a:t/>
            </a:r>
            <a:endParaRPr sz="2400">
              <a:solidFill>
                <a:schemeClr val="dk1"/>
              </a:solidFill>
            </a:endParaRPr>
          </a:p>
          <a:p>
            <a:pPr indent="-381000" lvl="0" marL="457200" rtl="0" algn="l">
              <a:spcBef>
                <a:spcPts val="0"/>
              </a:spcBef>
              <a:spcAft>
                <a:spcPts val="0"/>
              </a:spcAft>
              <a:buClr>
                <a:schemeClr val="dk1"/>
              </a:buClr>
              <a:buSzPts val="2400"/>
              <a:buChar char="➔"/>
            </a:pPr>
            <a:r>
              <a:rPr lang="en" sz="2400">
                <a:solidFill>
                  <a:schemeClr val="dk1"/>
                </a:solidFill>
              </a:rPr>
              <a:t>Patient ID is used as the main key for searching and deleting</a:t>
            </a:r>
            <a:endParaRPr sz="2400">
              <a:solidFill>
                <a:schemeClr val="dk1"/>
              </a:solidFill>
            </a:endParaRPr>
          </a:p>
          <a:p>
            <a:pPr indent="0" lvl="0" marL="0" rtl="0" algn="l">
              <a:spcBef>
                <a:spcPts val="0"/>
              </a:spcBef>
              <a:spcAft>
                <a:spcPts val="0"/>
              </a:spcAft>
              <a:buNone/>
            </a:pPr>
            <a:r>
              <a:t/>
            </a:r>
            <a:endParaRPr sz="2400">
              <a:solidFill>
                <a:schemeClr val="dk1"/>
              </a:solidFill>
            </a:endParaRPr>
          </a:p>
        </p:txBody>
      </p:sp>
      <p:sp>
        <p:nvSpPr>
          <p:cNvPr id="507" name="Google Shape;507;p62"/>
          <p:cNvSpPr txBox="1"/>
          <p:nvPr>
            <p:ph idx="18" type="title"/>
          </p:nvPr>
        </p:nvSpPr>
        <p:spPr>
          <a:xfrm>
            <a:off x="7205475" y="58625"/>
            <a:ext cx="18858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Healthcare Dataset Fields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3"/>
          <p:cNvSpPr/>
          <p:nvPr/>
        </p:nvSpPr>
        <p:spPr>
          <a:xfrm>
            <a:off x="228738" y="3103492"/>
            <a:ext cx="8686500" cy="887400"/>
          </a:xfrm>
          <a:prstGeom prst="roundRect">
            <a:avLst>
              <a:gd fmla="val 7911" name="adj"/>
            </a:avLst>
          </a:prstGeom>
          <a:solidFill>
            <a:schemeClr val="lt1"/>
          </a:solidFill>
          <a:ln>
            <a:noFill/>
          </a:ln>
          <a:effectLst>
            <a:outerShdw blurRad="185738" rotWithShape="0" algn="bl">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13" name="Google Shape;513;p63"/>
          <p:cNvSpPr/>
          <p:nvPr/>
        </p:nvSpPr>
        <p:spPr>
          <a:xfrm>
            <a:off x="228750" y="1142175"/>
            <a:ext cx="8686500" cy="887400"/>
          </a:xfrm>
          <a:prstGeom prst="roundRect">
            <a:avLst>
              <a:gd fmla="val 6822" name="adj"/>
            </a:avLst>
          </a:prstGeom>
          <a:solidFill>
            <a:schemeClr val="lt1"/>
          </a:solidFill>
          <a:ln>
            <a:noFill/>
          </a:ln>
          <a:effectLst>
            <a:outerShdw blurRad="185738" rotWithShape="0" algn="bl">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514" name="Google Shape;514;p63"/>
          <p:cNvSpPr txBox="1"/>
          <p:nvPr>
            <p:ph idx="1" type="body"/>
          </p:nvPr>
        </p:nvSpPr>
        <p:spPr>
          <a:xfrm>
            <a:off x="3932500" y="4459175"/>
            <a:ext cx="3934800" cy="449100"/>
          </a:xfrm>
          <a:prstGeom prst="rect">
            <a:avLst/>
          </a:prstGeom>
        </p:spPr>
        <p:txBody>
          <a:bodyPr anchorCtr="0" anchor="ctr" bIns="0" lIns="0" spcFirstLastPara="1" rIns="0" wrap="square" tIns="0">
            <a:noAutofit/>
          </a:bodyPr>
          <a:lstStyle/>
          <a:p>
            <a:pPr indent="-298450" lvl="0" marL="457200" rtl="0" algn="l">
              <a:spcBef>
                <a:spcPts val="0"/>
              </a:spcBef>
              <a:spcAft>
                <a:spcPts val="0"/>
              </a:spcAft>
              <a:buSzPts val="1100"/>
              <a:buFont typeface="Arial"/>
              <a:buChar char="➔"/>
            </a:pPr>
            <a:r>
              <a:rPr lang="en" sz="1100">
                <a:latin typeface="Arial"/>
                <a:ea typeface="Arial"/>
                <a:cs typeface="Arial"/>
                <a:sym typeface="Arial"/>
              </a:rPr>
              <a:t>Iterates through all records in the structure</a:t>
            </a:r>
            <a:endParaRPr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Time Complexity:</a:t>
            </a:r>
            <a:r>
              <a:rPr lang="en" sz="1100">
                <a:latin typeface="Arial"/>
                <a:ea typeface="Arial"/>
                <a:cs typeface="Arial"/>
                <a:sym typeface="Arial"/>
              </a:rPr>
              <a:t> O(n)** (must check every element)**</a:t>
            </a:r>
            <a:endParaRPr sz="1100">
              <a:latin typeface="Arial"/>
              <a:ea typeface="Arial"/>
              <a:cs typeface="Arial"/>
              <a:sym typeface="Arial"/>
            </a:endParaRPr>
          </a:p>
          <a:p>
            <a:pPr indent="0" lvl="0" marL="45720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Used for displaying or processing all data</a:t>
            </a:r>
            <a:endParaRPr sz="1100">
              <a:latin typeface="Arial"/>
              <a:ea typeface="Arial"/>
              <a:cs typeface="Arial"/>
              <a:sym typeface="Arial"/>
            </a:endParaRPr>
          </a:p>
          <a:p>
            <a:pPr indent="0" lvl="0" marL="457200" rtl="0" algn="l">
              <a:spcBef>
                <a:spcPts val="0"/>
              </a:spcBef>
              <a:spcAft>
                <a:spcPts val="0"/>
              </a:spcAft>
              <a:buNone/>
            </a:pPr>
            <a:r>
              <a:t/>
            </a:r>
            <a:endParaRPr sz="2200">
              <a:latin typeface="Arial"/>
              <a:ea typeface="Arial"/>
              <a:cs typeface="Arial"/>
              <a:sym typeface="Arial"/>
            </a:endParaRPr>
          </a:p>
        </p:txBody>
      </p:sp>
      <p:sp>
        <p:nvSpPr>
          <p:cNvPr id="515" name="Google Shape;515;p63"/>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2200"/>
              <a:t>traverseRecords()</a:t>
            </a:r>
            <a:endParaRPr sz="2200"/>
          </a:p>
        </p:txBody>
      </p:sp>
      <p:sp>
        <p:nvSpPr>
          <p:cNvPr id="516" name="Google Shape;516;p63"/>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04</a:t>
            </a:r>
            <a:endParaRPr/>
          </a:p>
        </p:txBody>
      </p:sp>
      <p:sp>
        <p:nvSpPr>
          <p:cNvPr id="517" name="Google Shape;517;p63"/>
          <p:cNvSpPr txBox="1"/>
          <p:nvPr>
            <p:ph idx="5" type="body"/>
          </p:nvPr>
        </p:nvSpPr>
        <p:spPr>
          <a:xfrm>
            <a:off x="3932500" y="3325795"/>
            <a:ext cx="3934800" cy="449100"/>
          </a:xfrm>
          <a:prstGeom prst="rect">
            <a:avLst/>
          </a:prstGeom>
        </p:spPr>
        <p:txBody>
          <a:bodyPr anchorCtr="0" anchor="ctr" bIns="0" lIns="0" spcFirstLastPara="1" rIns="0" wrap="square" tIns="0">
            <a:noAutofit/>
          </a:bodyPr>
          <a:lstStyle/>
          <a:p>
            <a:pPr indent="-298450" lvl="0" marL="457200" rtl="0" algn="l">
              <a:spcBef>
                <a:spcPts val="0"/>
              </a:spcBef>
              <a:spcAft>
                <a:spcPts val="0"/>
              </a:spcAft>
              <a:buSzPts val="1100"/>
              <a:buFont typeface="Arial"/>
              <a:buChar char="➔"/>
            </a:pPr>
            <a:r>
              <a:rPr lang="en" sz="1100">
                <a:latin typeface="Arial"/>
                <a:ea typeface="Arial"/>
                <a:cs typeface="Arial"/>
                <a:sym typeface="Arial"/>
              </a:rPr>
              <a:t>Removes a record based on ID</a:t>
            </a:r>
            <a:endParaRPr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Time Complexity:</a:t>
            </a:r>
            <a:r>
              <a:rPr lang="en" sz="1100">
                <a:latin typeface="Arial"/>
                <a:ea typeface="Arial"/>
                <a:cs typeface="Arial"/>
                <a:sym typeface="Arial"/>
              </a:rPr>
              <a:t> O(1) to O(n) depending on structure</a:t>
            </a:r>
            <a:endParaRPr sz="1100">
              <a:latin typeface="Arial"/>
              <a:ea typeface="Arial"/>
              <a:cs typeface="Arial"/>
              <a:sym typeface="Arial"/>
            </a:endParaRPr>
          </a:p>
          <a:p>
            <a:pPr indent="0" lvl="0" marL="45720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May require shifting (array) or relinking (linked list)</a:t>
            </a:r>
            <a:endParaRPr sz="2200">
              <a:latin typeface="Arial"/>
              <a:ea typeface="Arial"/>
              <a:cs typeface="Arial"/>
              <a:sym typeface="Arial"/>
            </a:endParaRPr>
          </a:p>
        </p:txBody>
      </p:sp>
      <p:sp>
        <p:nvSpPr>
          <p:cNvPr id="518" name="Google Shape;518;p63"/>
          <p:cNvSpPr txBox="1"/>
          <p:nvPr>
            <p:ph idx="6" type="subTitle"/>
          </p:nvPr>
        </p:nvSpPr>
        <p:spPr>
          <a:xfrm>
            <a:off x="1559798" y="3350742"/>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2200"/>
              <a:t>deleteRecord()</a:t>
            </a:r>
            <a:endParaRPr sz="2200"/>
          </a:p>
        </p:txBody>
      </p:sp>
      <p:sp>
        <p:nvSpPr>
          <p:cNvPr id="519" name="Google Shape;519;p63"/>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03</a:t>
            </a:r>
            <a:endParaRPr/>
          </a:p>
        </p:txBody>
      </p:sp>
      <p:sp>
        <p:nvSpPr>
          <p:cNvPr id="520" name="Google Shape;520;p63"/>
          <p:cNvSpPr txBox="1"/>
          <p:nvPr>
            <p:ph idx="8" type="body"/>
          </p:nvPr>
        </p:nvSpPr>
        <p:spPr>
          <a:xfrm>
            <a:off x="3932500" y="2571750"/>
            <a:ext cx="5038800" cy="449100"/>
          </a:xfrm>
          <a:prstGeom prst="rect">
            <a:avLst/>
          </a:prstGeom>
        </p:spPr>
        <p:txBody>
          <a:bodyPr anchorCtr="0" anchor="ctr" bIns="0" lIns="0" spcFirstLastPara="1" rIns="0" wrap="square" tIns="0">
            <a:noAutofit/>
          </a:bodyPr>
          <a:lstStyle/>
          <a:p>
            <a:pPr indent="-298450" lvl="0" marL="457200" rtl="0" algn="l">
              <a:spcBef>
                <a:spcPts val="0"/>
              </a:spcBef>
              <a:spcAft>
                <a:spcPts val="0"/>
              </a:spcAft>
              <a:buSzPts val="1100"/>
              <a:buFont typeface="Arial"/>
              <a:buChar char="➔"/>
            </a:pPr>
            <a:r>
              <a:rPr lang="en" sz="1100">
                <a:latin typeface="Arial"/>
                <a:ea typeface="Arial"/>
                <a:cs typeface="Arial"/>
                <a:sym typeface="Arial"/>
              </a:rPr>
              <a:t>Finds a patient record using a unique ID</a:t>
            </a:r>
            <a:endParaRPr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Time Complexity:</a:t>
            </a:r>
            <a:r>
              <a:rPr lang="en" sz="1100">
                <a:latin typeface="Arial"/>
                <a:ea typeface="Arial"/>
                <a:cs typeface="Arial"/>
                <a:sym typeface="Arial"/>
              </a:rPr>
              <a:t> O(1) average (hash), O(n) for arrays and linked lists</a:t>
            </a:r>
            <a:endParaRPr sz="1100">
              <a:latin typeface="Arial"/>
              <a:ea typeface="Arial"/>
              <a:cs typeface="Arial"/>
              <a:sym typeface="Arial"/>
            </a:endParaRPr>
          </a:p>
          <a:p>
            <a:pPr indent="0" lvl="0" marL="45720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Used to locate specific records quickly</a:t>
            </a:r>
            <a:endParaRPr sz="1100">
              <a:latin typeface="Arial"/>
              <a:ea typeface="Arial"/>
              <a:cs typeface="Arial"/>
              <a:sym typeface="Arial"/>
            </a:endParaRPr>
          </a:p>
          <a:p>
            <a:pPr indent="0" lvl="0" marL="457200" rtl="0" algn="l">
              <a:spcBef>
                <a:spcPts val="0"/>
              </a:spcBef>
              <a:spcAft>
                <a:spcPts val="0"/>
              </a:spcAft>
              <a:buNone/>
            </a:pPr>
            <a:r>
              <a:t/>
            </a:r>
            <a:endParaRPr sz="2200">
              <a:latin typeface="Arial"/>
              <a:ea typeface="Arial"/>
              <a:cs typeface="Arial"/>
              <a:sym typeface="Arial"/>
            </a:endParaRPr>
          </a:p>
        </p:txBody>
      </p:sp>
      <p:sp>
        <p:nvSpPr>
          <p:cNvPr id="521" name="Google Shape;521;p63"/>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2200"/>
              <a:t>searchRecord()</a:t>
            </a:r>
            <a:endParaRPr sz="2200"/>
          </a:p>
        </p:txBody>
      </p:sp>
      <p:sp>
        <p:nvSpPr>
          <p:cNvPr id="522" name="Google Shape;522;p63"/>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02</a:t>
            </a:r>
            <a:endParaRPr/>
          </a:p>
        </p:txBody>
      </p:sp>
      <p:sp>
        <p:nvSpPr>
          <p:cNvPr id="523" name="Google Shape;523;p63"/>
          <p:cNvSpPr txBox="1"/>
          <p:nvPr>
            <p:ph idx="14" type="body"/>
          </p:nvPr>
        </p:nvSpPr>
        <p:spPr>
          <a:xfrm>
            <a:off x="3932500" y="1224363"/>
            <a:ext cx="5532900" cy="1071900"/>
          </a:xfrm>
          <a:prstGeom prst="rect">
            <a:avLst/>
          </a:prstGeom>
        </p:spPr>
        <p:txBody>
          <a:bodyPr anchorCtr="0" anchor="ctr" bIns="0" lIns="0" spcFirstLastPara="1" rIns="0" wrap="square" tIns="0">
            <a:noAutofit/>
          </a:bodyPr>
          <a:lstStyle/>
          <a:p>
            <a:pPr indent="-298450" lvl="0" marL="457200" rtl="0" algn="l">
              <a:spcBef>
                <a:spcPts val="0"/>
              </a:spcBef>
              <a:spcAft>
                <a:spcPts val="0"/>
              </a:spcAft>
              <a:buSzPts val="1100"/>
              <a:buFont typeface="Arial"/>
              <a:buChar char="➔"/>
            </a:pPr>
            <a:r>
              <a:rPr lang="en" sz="1100">
                <a:latin typeface="Arial"/>
                <a:ea typeface="Arial"/>
                <a:cs typeface="Arial"/>
                <a:sym typeface="Arial"/>
              </a:rPr>
              <a:t>Adds a new patient record to the structure</a:t>
            </a:r>
            <a:endParaRPr sz="1100">
              <a:latin typeface="Arial"/>
              <a:ea typeface="Arial"/>
              <a:cs typeface="Arial"/>
              <a:sym typeface="Arial"/>
            </a:endParaRPr>
          </a:p>
          <a:p>
            <a:pPr indent="0" lvl="0" marL="457200" rtl="0" algn="l">
              <a:spcBef>
                <a:spcPts val="0"/>
              </a:spcBef>
              <a:spcAft>
                <a:spcPts val="0"/>
              </a:spcAft>
              <a:buNone/>
            </a:pPr>
            <a:r>
              <a:t/>
            </a:r>
            <a:endParaRPr b="1"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Time Complexity:</a:t>
            </a:r>
            <a:r>
              <a:rPr lang="en" sz="1100">
                <a:latin typeface="Arial"/>
                <a:ea typeface="Arial"/>
                <a:cs typeface="Arial"/>
                <a:sym typeface="Arial"/>
              </a:rPr>
              <a:t> O(1) on average  </a:t>
            </a:r>
            <a:endParaRPr sz="1100">
              <a:latin typeface="Arial"/>
              <a:ea typeface="Arial"/>
              <a:cs typeface="Arial"/>
              <a:sym typeface="Arial"/>
            </a:endParaRPr>
          </a:p>
          <a:p>
            <a:pPr indent="0" lvl="0" marL="45720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Simulates adding new data into the system</a:t>
            </a:r>
            <a:endParaRPr sz="1100">
              <a:latin typeface="Arial"/>
              <a:ea typeface="Arial"/>
              <a:cs typeface="Arial"/>
              <a:sym typeface="Arial"/>
            </a:endParaRPr>
          </a:p>
          <a:p>
            <a:pPr indent="0" lvl="0" marL="0" rtl="0" algn="l">
              <a:spcBef>
                <a:spcPts val="0"/>
              </a:spcBef>
              <a:spcAft>
                <a:spcPts val="0"/>
              </a:spcAft>
              <a:buNone/>
            </a:pPr>
            <a:r>
              <a:t/>
            </a:r>
            <a:endParaRPr sz="2200"/>
          </a:p>
        </p:txBody>
      </p:sp>
      <p:sp>
        <p:nvSpPr>
          <p:cNvPr id="524" name="Google Shape;524;p63"/>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200"/>
              <a:t>insertRecord()</a:t>
            </a:r>
            <a:endParaRPr sz="2200"/>
          </a:p>
        </p:txBody>
      </p:sp>
      <p:sp>
        <p:nvSpPr>
          <p:cNvPr id="525" name="Google Shape;525;p63"/>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a:t>
            </a:r>
            <a:endParaRPr/>
          </a:p>
        </p:txBody>
      </p:sp>
      <p:sp>
        <p:nvSpPr>
          <p:cNvPr id="526" name="Google Shape;526;p63"/>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Operations Implemented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4"/>
          <p:cNvSpPr/>
          <p:nvPr/>
        </p:nvSpPr>
        <p:spPr>
          <a:xfrm>
            <a:off x="2435534"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32" name="Google Shape;532;p64"/>
          <p:cNvSpPr/>
          <p:nvPr/>
        </p:nvSpPr>
        <p:spPr>
          <a:xfrm>
            <a:off x="6840001" y="1620000"/>
            <a:ext cx="2075400" cy="3247800"/>
          </a:xfrm>
          <a:prstGeom prst="roundRect">
            <a:avLst>
              <a:gd fmla="val 4989" name="adj"/>
            </a:avLst>
          </a:prstGeom>
          <a:solidFill>
            <a:schemeClr val="lt1"/>
          </a:solidFill>
          <a:ln>
            <a:noFill/>
          </a:ln>
          <a:effectLst>
            <a:outerShdw blurRad="171450" rotWithShape="0" algn="bl" dir="5400000" dist="19050">
              <a:schemeClr val="dk2">
                <a:alpha val="4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33" name="Google Shape;533;p64"/>
          <p:cNvSpPr/>
          <p:nvPr/>
        </p:nvSpPr>
        <p:spPr>
          <a:xfrm>
            <a:off x="233300" y="1060850"/>
            <a:ext cx="20754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34" name="Google Shape;534;p64"/>
          <p:cNvSpPr/>
          <p:nvPr/>
        </p:nvSpPr>
        <p:spPr>
          <a:xfrm>
            <a:off x="4637767" y="1060850"/>
            <a:ext cx="2075400" cy="3247800"/>
          </a:xfrm>
          <a:prstGeom prst="roundRect">
            <a:avLst>
              <a:gd fmla="val 4989" name="adj"/>
            </a:avLst>
          </a:prstGeom>
          <a:solidFill>
            <a:schemeClr val="lt1"/>
          </a:solidFill>
          <a:ln>
            <a:noFill/>
          </a:ln>
          <a:effectLst>
            <a:outerShdw blurRad="171450" rotWithShape="0" algn="bl" dir="5400000" dist="19050">
              <a:schemeClr val="lt2">
                <a:alpha val="64999"/>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Figtree"/>
              <a:ea typeface="Figtree"/>
              <a:cs typeface="Figtree"/>
              <a:sym typeface="Figtree"/>
            </a:endParaRPr>
          </a:p>
        </p:txBody>
      </p:sp>
      <p:sp>
        <p:nvSpPr>
          <p:cNvPr id="535" name="Google Shape;535;p6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 Structures Used</a:t>
            </a:r>
            <a:endParaRPr/>
          </a:p>
        </p:txBody>
      </p:sp>
      <p:sp>
        <p:nvSpPr>
          <p:cNvPr id="536" name="Google Shape;536;p64"/>
          <p:cNvSpPr txBox="1"/>
          <p:nvPr>
            <p:ph idx="1" type="body"/>
          </p:nvPr>
        </p:nvSpPr>
        <p:spPr>
          <a:xfrm>
            <a:off x="429350" y="1801500"/>
            <a:ext cx="1683300" cy="714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sz="1100">
                <a:latin typeface="Arial"/>
                <a:ea typeface="Arial"/>
                <a:cs typeface="Arial"/>
                <a:sym typeface="Arial"/>
              </a:rPr>
              <a:t>Fast access by index → </a:t>
            </a:r>
            <a:r>
              <a:rPr b="1" lang="en" sz="1100">
                <a:latin typeface="Arial"/>
                <a:ea typeface="Arial"/>
                <a:cs typeface="Arial"/>
                <a:sym typeface="Arial"/>
              </a:rPr>
              <a:t>O(1) access time</a:t>
            </a:r>
            <a:endParaRPr b="1"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Insertion at end is efficient → </a:t>
            </a:r>
            <a:r>
              <a:rPr b="1" lang="en" sz="1100">
                <a:latin typeface="Arial"/>
                <a:ea typeface="Arial"/>
                <a:cs typeface="Arial"/>
                <a:sym typeface="Arial"/>
              </a:rPr>
              <a:t>O(1) amortized</a:t>
            </a:r>
            <a:endParaRPr b="1"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Deletion/search can be slower → </a:t>
            </a:r>
            <a:r>
              <a:rPr b="1" lang="en" sz="1100">
                <a:latin typeface="Arial"/>
                <a:ea typeface="Arial"/>
                <a:cs typeface="Arial"/>
                <a:sym typeface="Arial"/>
              </a:rPr>
              <a:t>O(n)</a:t>
            </a:r>
            <a:r>
              <a:rPr lang="en" sz="1100">
                <a:latin typeface="Arial"/>
                <a:ea typeface="Arial"/>
                <a:cs typeface="Arial"/>
                <a:sym typeface="Arial"/>
              </a:rPr>
              <a:t> due to shifting elements</a:t>
            </a:r>
            <a:endParaRPr sz="1100">
              <a:latin typeface="Arial"/>
              <a:ea typeface="Arial"/>
              <a:cs typeface="Arial"/>
              <a:sym typeface="Arial"/>
            </a:endParaRPr>
          </a:p>
          <a:p>
            <a:pPr indent="0" lvl="0" marL="457200" rtl="0" algn="l">
              <a:spcBef>
                <a:spcPts val="1000"/>
              </a:spcBef>
              <a:spcAft>
                <a:spcPts val="1000"/>
              </a:spcAft>
              <a:buNone/>
            </a:pPr>
            <a:r>
              <a:t/>
            </a:r>
            <a:endParaRPr/>
          </a:p>
        </p:txBody>
      </p:sp>
      <p:sp>
        <p:nvSpPr>
          <p:cNvPr id="537" name="Google Shape;537;p64"/>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p>
            <a:pPr indent="0" lvl="0" marL="0" marR="0" rtl="0" algn="ctr">
              <a:lnSpc>
                <a:spcPct val="95000"/>
              </a:lnSpc>
              <a:spcBef>
                <a:spcPts val="0"/>
              </a:spcBef>
              <a:spcAft>
                <a:spcPts val="0"/>
              </a:spcAft>
              <a:buNone/>
            </a:pPr>
            <a:r>
              <a:rPr lang="en" sz="1900"/>
              <a:t>Dynamic Array</a:t>
            </a:r>
            <a:endParaRPr sz="1900"/>
          </a:p>
        </p:txBody>
      </p:sp>
      <p:sp>
        <p:nvSpPr>
          <p:cNvPr id="538" name="Google Shape;538;p64"/>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sz="1100">
                <a:latin typeface="Arial"/>
                <a:ea typeface="Arial"/>
                <a:cs typeface="Arial"/>
                <a:sym typeface="Arial"/>
              </a:rPr>
              <a:t>Very fast search, insert, delete → </a:t>
            </a:r>
            <a:r>
              <a:rPr b="1" lang="en" sz="1100">
                <a:latin typeface="Arial"/>
                <a:ea typeface="Arial"/>
                <a:cs typeface="Arial"/>
                <a:sym typeface="Arial"/>
              </a:rPr>
              <a:t>O(1) average</a:t>
            </a:r>
            <a:endParaRPr b="1"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Uses key (ID) for direct access</a:t>
            </a:r>
            <a:endParaRPr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Performance can degrade → </a:t>
            </a:r>
            <a:r>
              <a:rPr b="1" lang="en" sz="1100">
                <a:latin typeface="Arial"/>
                <a:ea typeface="Arial"/>
                <a:cs typeface="Arial"/>
                <a:sym typeface="Arial"/>
              </a:rPr>
              <a:t>O(n)</a:t>
            </a:r>
            <a:r>
              <a:rPr lang="en" sz="1100">
                <a:latin typeface="Arial"/>
                <a:ea typeface="Arial"/>
                <a:cs typeface="Arial"/>
                <a:sym typeface="Arial"/>
              </a:rPr>
              <a:t> in worst case (collisions)</a:t>
            </a:r>
            <a:endParaRPr sz="1100">
              <a:latin typeface="Arial"/>
              <a:ea typeface="Arial"/>
              <a:cs typeface="Arial"/>
              <a:sym typeface="Arial"/>
            </a:endParaRPr>
          </a:p>
          <a:p>
            <a:pPr indent="0" lvl="0" marL="457200" rtl="0" algn="l">
              <a:spcBef>
                <a:spcPts val="1000"/>
              </a:spcBef>
              <a:spcAft>
                <a:spcPts val="1000"/>
              </a:spcAft>
              <a:buNone/>
            </a:pPr>
            <a:r>
              <a:t/>
            </a:r>
            <a:endParaRPr/>
          </a:p>
        </p:txBody>
      </p:sp>
      <p:sp>
        <p:nvSpPr>
          <p:cNvPr id="539" name="Google Shape;539;p64"/>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sz="1900"/>
              <a:t>Hash Structure</a:t>
            </a:r>
            <a:endParaRPr sz="1900"/>
          </a:p>
        </p:txBody>
      </p:sp>
      <p:sp>
        <p:nvSpPr>
          <p:cNvPr id="540" name="Google Shape;540;p64"/>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sz="1100">
                <a:latin typeface="Arial"/>
                <a:ea typeface="Arial"/>
                <a:cs typeface="Arial"/>
                <a:sym typeface="Arial"/>
              </a:rPr>
              <a:t>Efficient insertions/deletions → </a:t>
            </a:r>
            <a:r>
              <a:rPr b="1" lang="en" sz="1100">
                <a:latin typeface="Arial"/>
                <a:ea typeface="Arial"/>
                <a:cs typeface="Arial"/>
                <a:sym typeface="Arial"/>
              </a:rPr>
              <a:t>O(1)</a:t>
            </a:r>
            <a:r>
              <a:rPr lang="en" sz="1100">
                <a:latin typeface="Arial"/>
                <a:ea typeface="Arial"/>
                <a:cs typeface="Arial"/>
                <a:sym typeface="Arial"/>
              </a:rPr>
              <a:t> (if position is known)</a:t>
            </a:r>
            <a:endParaRPr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No shifting required (unlike arrays)</a:t>
            </a:r>
            <a:endParaRPr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Searching is slower → </a:t>
            </a:r>
            <a:r>
              <a:rPr b="1" lang="en" sz="1100">
                <a:latin typeface="Arial"/>
                <a:ea typeface="Arial"/>
                <a:cs typeface="Arial"/>
                <a:sym typeface="Arial"/>
              </a:rPr>
              <a:t>O(n)</a:t>
            </a:r>
            <a:r>
              <a:rPr lang="en" sz="1100">
                <a:latin typeface="Arial"/>
                <a:ea typeface="Arial"/>
                <a:cs typeface="Arial"/>
                <a:sym typeface="Arial"/>
              </a:rPr>
              <a:t> (must traverse nodes)</a:t>
            </a:r>
            <a:endParaRPr sz="1100">
              <a:latin typeface="Arial"/>
              <a:ea typeface="Arial"/>
              <a:cs typeface="Arial"/>
              <a:sym typeface="Arial"/>
            </a:endParaRPr>
          </a:p>
          <a:p>
            <a:pPr indent="0" lvl="0" marL="457200" rtl="0" algn="l">
              <a:spcBef>
                <a:spcPts val="1000"/>
              </a:spcBef>
              <a:spcAft>
                <a:spcPts val="1000"/>
              </a:spcAft>
              <a:buNone/>
            </a:pPr>
            <a:r>
              <a:t/>
            </a:r>
            <a:endParaRPr/>
          </a:p>
        </p:txBody>
      </p:sp>
      <p:sp>
        <p:nvSpPr>
          <p:cNvPr id="541" name="Google Shape;541;p64"/>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900"/>
              <a:t>Linked List</a:t>
            </a:r>
            <a:endParaRPr sz="1900"/>
          </a:p>
        </p:txBody>
      </p:sp>
      <p:sp>
        <p:nvSpPr>
          <p:cNvPr id="542" name="Google Shape;542;p64"/>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sz="1100">
                <a:latin typeface="Arial"/>
                <a:ea typeface="Arial"/>
                <a:cs typeface="Arial"/>
                <a:sym typeface="Arial"/>
              </a:rPr>
              <a:t>Processes data in order (FIFO or priority-based)</a:t>
            </a:r>
            <a:endParaRPr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Insertion/removal efficient → </a:t>
            </a:r>
            <a:r>
              <a:rPr b="1" lang="en" sz="1100">
                <a:latin typeface="Arial"/>
                <a:ea typeface="Arial"/>
                <a:cs typeface="Arial"/>
                <a:sym typeface="Arial"/>
              </a:rPr>
              <a:t>O(1)</a:t>
            </a:r>
            <a:r>
              <a:rPr lang="en" sz="1100">
                <a:latin typeface="Arial"/>
                <a:ea typeface="Arial"/>
                <a:cs typeface="Arial"/>
                <a:sym typeface="Arial"/>
              </a:rPr>
              <a:t> (queue) or </a:t>
            </a:r>
            <a:r>
              <a:rPr b="1" lang="en" sz="1100">
                <a:latin typeface="Arial"/>
                <a:ea typeface="Arial"/>
                <a:cs typeface="Arial"/>
                <a:sym typeface="Arial"/>
              </a:rPr>
              <a:t>O(log n)</a:t>
            </a:r>
            <a:r>
              <a:rPr lang="en" sz="1100">
                <a:latin typeface="Arial"/>
                <a:ea typeface="Arial"/>
                <a:cs typeface="Arial"/>
                <a:sym typeface="Arial"/>
              </a:rPr>
              <a:t> (priority queue)</a:t>
            </a:r>
            <a:endParaRPr sz="1100">
              <a:latin typeface="Arial"/>
              <a:ea typeface="Arial"/>
              <a:cs typeface="Arial"/>
              <a:sym typeface="Arial"/>
            </a:endParaRPr>
          </a:p>
          <a:p>
            <a:pPr indent="-292100" lvl="0" marL="457200" rtl="0" algn="l">
              <a:spcBef>
                <a:spcPts val="1000"/>
              </a:spcBef>
              <a:spcAft>
                <a:spcPts val="0"/>
              </a:spcAft>
              <a:buSzPts val="1000"/>
              <a:buChar char="⟶"/>
            </a:pPr>
            <a:r>
              <a:rPr lang="en" sz="1100">
                <a:latin typeface="Arial"/>
                <a:ea typeface="Arial"/>
                <a:cs typeface="Arial"/>
                <a:sym typeface="Arial"/>
              </a:rPr>
              <a:t>Not efficient for searching → </a:t>
            </a:r>
            <a:r>
              <a:rPr b="1" lang="en" sz="1100">
                <a:latin typeface="Arial"/>
                <a:ea typeface="Arial"/>
                <a:cs typeface="Arial"/>
                <a:sym typeface="Arial"/>
              </a:rPr>
              <a:t>O(n)</a:t>
            </a:r>
            <a:endParaRPr b="1" sz="1100">
              <a:latin typeface="Arial"/>
              <a:ea typeface="Arial"/>
              <a:cs typeface="Arial"/>
              <a:sym typeface="Arial"/>
            </a:endParaRPr>
          </a:p>
          <a:p>
            <a:pPr indent="0" lvl="0" marL="457200" rtl="0" algn="l">
              <a:spcBef>
                <a:spcPts val="1000"/>
              </a:spcBef>
              <a:spcAft>
                <a:spcPts val="1000"/>
              </a:spcAft>
              <a:buNone/>
            </a:pPr>
            <a:r>
              <a:t/>
            </a:r>
            <a:endParaRPr/>
          </a:p>
        </p:txBody>
      </p:sp>
      <p:sp>
        <p:nvSpPr>
          <p:cNvPr id="543" name="Google Shape;543;p64"/>
          <p:cNvSpPr txBox="1"/>
          <p:nvPr>
            <p:ph idx="13" type="subTitle"/>
          </p:nvPr>
        </p:nvSpPr>
        <p:spPr>
          <a:xfrm>
            <a:off x="7036050" y="1801500"/>
            <a:ext cx="1683300" cy="4317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sz="1700"/>
              <a:t>Queue / Priority Queue</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5"/>
          <p:cNvSpPr txBox="1"/>
          <p:nvPr>
            <p:ph idx="3" type="title"/>
          </p:nvPr>
        </p:nvSpPr>
        <p:spPr>
          <a:xfrm>
            <a:off x="228600" y="457200"/>
            <a:ext cx="34326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UML Diagram</a:t>
            </a:r>
            <a:endParaRPr/>
          </a:p>
        </p:txBody>
      </p:sp>
      <p:pic>
        <p:nvPicPr>
          <p:cNvPr id="549" name="Google Shape;549;p65" title="mermaid-diagram.png"/>
          <p:cNvPicPr preferRelativeResize="0"/>
          <p:nvPr/>
        </p:nvPicPr>
        <p:blipFill>
          <a:blip r:embed="rId3">
            <a:alphaModFix/>
          </a:blip>
          <a:stretch>
            <a:fillRect/>
          </a:stretch>
        </p:blipFill>
        <p:spPr>
          <a:xfrm>
            <a:off x="152400" y="0"/>
            <a:ext cx="8839199" cy="51434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6"/>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THE VISION</a:t>
            </a:r>
            <a:endParaRPr/>
          </a:p>
        </p:txBody>
      </p:sp>
      <p:sp>
        <p:nvSpPr>
          <p:cNvPr id="555" name="Google Shape;555;p66"/>
          <p:cNvSpPr txBox="1"/>
          <p:nvPr>
            <p:ph idx="1" type="subTitle"/>
          </p:nvPr>
        </p:nvSpPr>
        <p:spPr>
          <a:xfrm>
            <a:off x="228600" y="774147"/>
            <a:ext cx="4653900" cy="303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Benchmark Plan</a:t>
            </a:r>
            <a:endParaRPr/>
          </a:p>
        </p:txBody>
      </p:sp>
      <p:sp>
        <p:nvSpPr>
          <p:cNvPr id="556" name="Google Shape;556;p66"/>
          <p:cNvSpPr txBox="1"/>
          <p:nvPr>
            <p:ph idx="3" type="title"/>
          </p:nvPr>
        </p:nvSpPr>
        <p:spPr>
          <a:xfrm>
            <a:off x="230075" y="1262847"/>
            <a:ext cx="7224600" cy="1265100"/>
          </a:xfrm>
          <a:prstGeom prst="rect">
            <a:avLst/>
          </a:prstGeom>
        </p:spPr>
        <p:txBody>
          <a:bodyPr anchorCtr="0" anchor="t" bIns="0" lIns="0" spcFirstLastPara="1" rIns="0" wrap="square" tIns="0">
            <a:noAutofit/>
          </a:bodyPr>
          <a:lstStyle/>
          <a:p>
            <a:pPr indent="-387350" lvl="0" marL="457200" rtl="0" algn="l">
              <a:spcBef>
                <a:spcPts val="0"/>
              </a:spcBef>
              <a:spcAft>
                <a:spcPts val="0"/>
              </a:spcAft>
              <a:buSzPts val="2500"/>
              <a:buFont typeface="Arial"/>
              <a:buChar char="➔"/>
            </a:pPr>
            <a:r>
              <a:rPr lang="en" sz="2500">
                <a:latin typeface="Arial"/>
                <a:ea typeface="Arial"/>
                <a:cs typeface="Arial"/>
                <a:sym typeface="Arial"/>
              </a:rPr>
              <a:t>Test insert, search, and delete operations</a:t>
            </a:r>
            <a:endParaRPr sz="2500">
              <a:latin typeface="Arial"/>
              <a:ea typeface="Arial"/>
              <a:cs typeface="Arial"/>
              <a:sym typeface="Arial"/>
            </a:endParaRPr>
          </a:p>
          <a:p>
            <a:pPr indent="0" lvl="0" marL="457200" rtl="0" algn="l">
              <a:spcBef>
                <a:spcPts val="0"/>
              </a:spcBef>
              <a:spcAft>
                <a:spcPts val="0"/>
              </a:spcAft>
              <a:buNone/>
            </a:pPr>
            <a:r>
              <a:t/>
            </a:r>
            <a:endParaRPr sz="2500">
              <a:latin typeface="Arial"/>
              <a:ea typeface="Arial"/>
              <a:cs typeface="Arial"/>
              <a:sym typeface="Arial"/>
            </a:endParaRPr>
          </a:p>
          <a:p>
            <a:pPr indent="-387350" lvl="0" marL="457200" rtl="0" algn="l">
              <a:spcBef>
                <a:spcPts val="0"/>
              </a:spcBef>
              <a:spcAft>
                <a:spcPts val="0"/>
              </a:spcAft>
              <a:buSzPts val="2500"/>
              <a:buFont typeface="Arial"/>
              <a:buChar char="➔"/>
            </a:pPr>
            <a:r>
              <a:rPr lang="en" sz="2500">
                <a:latin typeface="Arial"/>
                <a:ea typeface="Arial"/>
                <a:cs typeface="Arial"/>
                <a:sym typeface="Arial"/>
              </a:rPr>
              <a:t>Use dataset sizes such as 100, 1000, 5000, and 10000 records</a:t>
            </a:r>
            <a:endParaRPr sz="2500">
              <a:latin typeface="Arial"/>
              <a:ea typeface="Arial"/>
              <a:cs typeface="Arial"/>
              <a:sym typeface="Arial"/>
            </a:endParaRPr>
          </a:p>
          <a:p>
            <a:pPr indent="0" lvl="0" marL="457200" rtl="0" algn="l">
              <a:spcBef>
                <a:spcPts val="0"/>
              </a:spcBef>
              <a:spcAft>
                <a:spcPts val="0"/>
              </a:spcAft>
              <a:buNone/>
            </a:pPr>
            <a:r>
              <a:t/>
            </a:r>
            <a:endParaRPr sz="2500">
              <a:latin typeface="Arial"/>
              <a:ea typeface="Arial"/>
              <a:cs typeface="Arial"/>
              <a:sym typeface="Arial"/>
            </a:endParaRPr>
          </a:p>
          <a:p>
            <a:pPr indent="-387350" lvl="0" marL="457200" rtl="0" algn="l">
              <a:spcBef>
                <a:spcPts val="0"/>
              </a:spcBef>
              <a:spcAft>
                <a:spcPts val="0"/>
              </a:spcAft>
              <a:buSzPts val="2500"/>
              <a:buFont typeface="Arial"/>
              <a:buChar char="➔"/>
            </a:pPr>
            <a:r>
              <a:rPr lang="en" sz="2500">
                <a:latin typeface="Arial"/>
                <a:ea typeface="Arial"/>
                <a:cs typeface="Arial"/>
                <a:sym typeface="Arial"/>
              </a:rPr>
              <a:t>Run each test multiple times and average the runtime</a:t>
            </a:r>
            <a:endParaRPr sz="2500">
              <a:latin typeface="Arial"/>
              <a:ea typeface="Arial"/>
              <a:cs typeface="Arial"/>
              <a:sym typeface="Arial"/>
            </a:endParaRPr>
          </a:p>
          <a:p>
            <a:pPr indent="0" lvl="0" marL="457200" rtl="0" algn="l">
              <a:spcBef>
                <a:spcPts val="0"/>
              </a:spcBef>
              <a:spcAft>
                <a:spcPts val="0"/>
              </a:spcAft>
              <a:buNone/>
            </a:pPr>
            <a:r>
              <a:t/>
            </a:r>
            <a:endParaRPr sz="2500">
              <a:latin typeface="Arial"/>
              <a:ea typeface="Arial"/>
              <a:cs typeface="Arial"/>
              <a:sym typeface="Arial"/>
            </a:endParaRPr>
          </a:p>
          <a:p>
            <a:pPr indent="-387350" lvl="0" marL="457200" rtl="0" algn="l">
              <a:spcBef>
                <a:spcPts val="0"/>
              </a:spcBef>
              <a:spcAft>
                <a:spcPts val="0"/>
              </a:spcAft>
              <a:buSzPts val="2500"/>
              <a:buChar char="➔"/>
            </a:pPr>
            <a:r>
              <a:rPr lang="en" sz="2500">
                <a:latin typeface="Arial"/>
                <a:ea typeface="Arial"/>
                <a:cs typeface="Arial"/>
                <a:sym typeface="Arial"/>
              </a:rPr>
              <a:t>Measure runtime using </a:t>
            </a:r>
            <a:r>
              <a:rPr lang="en" sz="2500">
                <a:latin typeface="Roboto Mono"/>
                <a:ea typeface="Roboto Mono"/>
                <a:cs typeface="Roboto Mono"/>
                <a:sym typeface="Roboto Mono"/>
              </a:rPr>
              <a:t>System.nanoTime()</a:t>
            </a:r>
            <a:endParaRPr sz="2500">
              <a:latin typeface="Roboto Mono"/>
              <a:ea typeface="Roboto Mono"/>
              <a:cs typeface="Roboto Mono"/>
              <a:sym typeface="Roboto Mono"/>
            </a:endParaRPr>
          </a:p>
          <a:p>
            <a:pPr indent="0" lvl="0" marL="457200" rtl="0" algn="l">
              <a:spcBef>
                <a:spcPts val="0"/>
              </a:spcBef>
              <a:spcAft>
                <a:spcPts val="0"/>
              </a:spcAft>
              <a:buNone/>
            </a:pPr>
            <a:r>
              <a:t/>
            </a:r>
            <a:endParaRPr sz="5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7"/>
          <p:cNvSpPr txBox="1"/>
          <p:nvPr>
            <p:ph idx="1" type="subTitle"/>
          </p:nvPr>
        </p:nvSpPr>
        <p:spPr>
          <a:xfrm>
            <a:off x="2245050" y="1088222"/>
            <a:ext cx="4653900" cy="303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ARRAYLIST ANALYSIS</a:t>
            </a:r>
            <a:endParaRPr/>
          </a:p>
        </p:txBody>
      </p:sp>
      <p:sp>
        <p:nvSpPr>
          <p:cNvPr id="562" name="Google Shape;562;p67"/>
          <p:cNvSpPr txBox="1"/>
          <p:nvPr>
            <p:ph idx="3" type="title"/>
          </p:nvPr>
        </p:nvSpPr>
        <p:spPr>
          <a:xfrm>
            <a:off x="912750" y="1664429"/>
            <a:ext cx="7224600" cy="295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ArrayList performed well for insertion because new records can be added to the end efficiently. However, search and delete become slower as the dataset grows because the structure must scan through records one by one. Deletion is also costly because elements may need to shift after a record is removed. </a:t>
            </a:r>
            <a:endParaRPr sz="1800">
              <a:latin typeface="Times New Roman"/>
              <a:ea typeface="Times New Roman"/>
              <a:cs typeface="Times New Roman"/>
              <a:sym typeface="Times New Roman"/>
            </a:endParaRPr>
          </a:p>
          <a:p>
            <a:pPr indent="0" lvl="0" marL="914400" rtl="0" algn="l">
              <a:spcBef>
                <a:spcPts val="0"/>
              </a:spcBef>
              <a:spcAft>
                <a:spcPts val="0"/>
              </a:spcAft>
              <a:buNone/>
            </a:pPr>
            <a:r>
              <a:t/>
            </a:r>
            <a:endParaRPr sz="1500">
              <a:latin typeface="Times New Roman"/>
              <a:ea typeface="Times New Roman"/>
              <a:cs typeface="Times New Roman"/>
              <a:sym typeface="Times New Roman"/>
            </a:endParaRPr>
          </a:p>
          <a:p>
            <a:pPr indent="-361950" lvl="0" marL="914400" rtl="0" algn="l">
              <a:spcBef>
                <a:spcPts val="0"/>
              </a:spcBef>
              <a:spcAft>
                <a:spcPts val="0"/>
              </a:spcAft>
              <a:buSzPts val="2100"/>
              <a:buFont typeface="Times New Roman"/>
              <a:buChar char="●"/>
            </a:pPr>
            <a:r>
              <a:rPr lang="en" sz="1400">
                <a:latin typeface="Times New Roman"/>
                <a:ea typeface="Times New Roman"/>
                <a:cs typeface="Times New Roman"/>
                <a:sym typeface="Times New Roman"/>
              </a:rPr>
              <a:t>Fast insertion at the end</a:t>
            </a:r>
            <a:endParaRPr sz="1400">
              <a:latin typeface="Times New Roman"/>
              <a:ea typeface="Times New Roman"/>
              <a:cs typeface="Times New Roman"/>
              <a:sym typeface="Times New Roman"/>
            </a:endParaRPr>
          </a:p>
          <a:p>
            <a:pPr indent="-361950" lvl="0" marL="914400" rtl="0" algn="l">
              <a:spcBef>
                <a:spcPts val="0"/>
              </a:spcBef>
              <a:spcAft>
                <a:spcPts val="0"/>
              </a:spcAft>
              <a:buSzPts val="2100"/>
              <a:buChar char="●"/>
            </a:pPr>
            <a:r>
              <a:rPr lang="en" sz="1400">
                <a:latin typeface="Times New Roman"/>
                <a:ea typeface="Times New Roman"/>
                <a:cs typeface="Times New Roman"/>
                <a:sym typeface="Times New Roman"/>
              </a:rPr>
              <a:t>Search requires scanning → </a:t>
            </a:r>
            <a:r>
              <a:rPr b="1" lang="en" sz="1400">
                <a:latin typeface="Times New Roman"/>
                <a:ea typeface="Times New Roman"/>
                <a:cs typeface="Times New Roman"/>
                <a:sym typeface="Times New Roman"/>
              </a:rPr>
              <a:t>O(n)</a:t>
            </a:r>
            <a:endParaRPr b="1" sz="1400">
              <a:latin typeface="Times New Roman"/>
              <a:ea typeface="Times New Roman"/>
              <a:cs typeface="Times New Roman"/>
              <a:sym typeface="Times New Roman"/>
            </a:endParaRPr>
          </a:p>
          <a:p>
            <a:pPr indent="-361950" lvl="0" marL="914400" rtl="0" algn="l">
              <a:spcBef>
                <a:spcPts val="0"/>
              </a:spcBef>
              <a:spcAft>
                <a:spcPts val="0"/>
              </a:spcAft>
              <a:buSzPts val="2100"/>
              <a:buFont typeface="Times New Roman"/>
              <a:buChar char="●"/>
            </a:pPr>
            <a:r>
              <a:rPr lang="en" sz="1400">
                <a:latin typeface="Times New Roman"/>
                <a:ea typeface="Times New Roman"/>
                <a:cs typeface="Times New Roman"/>
                <a:sym typeface="Times New Roman"/>
              </a:rPr>
              <a:t>Delete is slow due to shifting elements</a:t>
            </a:r>
            <a:endParaRPr sz="1400">
              <a:latin typeface="Times New Roman"/>
              <a:ea typeface="Times New Roman"/>
              <a:cs typeface="Times New Roman"/>
              <a:sym typeface="Times New Roman"/>
            </a:endParaRPr>
          </a:p>
          <a:p>
            <a:pPr indent="-361950" lvl="0" marL="914400" rtl="0" algn="l">
              <a:spcBef>
                <a:spcPts val="0"/>
              </a:spcBef>
              <a:spcAft>
                <a:spcPts val="0"/>
              </a:spcAft>
              <a:buSzPts val="2100"/>
              <a:buFont typeface="Times New Roman"/>
              <a:buChar char="●"/>
            </a:pPr>
            <a:r>
              <a:rPr lang="en" sz="1400">
                <a:latin typeface="Times New Roman"/>
                <a:ea typeface="Times New Roman"/>
                <a:cs typeface="Times New Roman"/>
                <a:sym typeface="Times New Roman"/>
              </a:rPr>
              <a:t>Performance decreases as dataset grows</a:t>
            </a:r>
            <a:endParaRPr sz="1400">
              <a:latin typeface="Times New Roman"/>
              <a:ea typeface="Times New Roman"/>
              <a:cs typeface="Times New Roman"/>
              <a:sym typeface="Times New Roman"/>
            </a:endParaRPr>
          </a:p>
          <a:p>
            <a:pPr indent="0" lvl="0" marL="9144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8"/>
          <p:cNvSpPr txBox="1"/>
          <p:nvPr>
            <p:ph idx="1" type="subTitle"/>
          </p:nvPr>
        </p:nvSpPr>
        <p:spPr>
          <a:xfrm>
            <a:off x="2198100" y="989697"/>
            <a:ext cx="4653900" cy="303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LINKEDLIST ANALYSIS</a:t>
            </a:r>
            <a:endParaRPr/>
          </a:p>
        </p:txBody>
      </p:sp>
      <p:sp>
        <p:nvSpPr>
          <p:cNvPr id="568" name="Google Shape;568;p68"/>
          <p:cNvSpPr txBox="1"/>
          <p:nvPr>
            <p:ph idx="3" type="title"/>
          </p:nvPr>
        </p:nvSpPr>
        <p:spPr>
          <a:xfrm>
            <a:off x="959700" y="1714054"/>
            <a:ext cx="7224600" cy="305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LinkedList is useful when records are frequently added or removed because it does not require shifting like an ArrayList. However, searching is still slow because each node must be checked one at a time. In the benchmark, LinkedList had reasonable delete performance but search time increased as the dataset size grew. </a:t>
            </a:r>
            <a:endParaRPr sz="2100">
              <a:latin typeface="Times New Roman"/>
              <a:ea typeface="Times New Roman"/>
              <a:cs typeface="Times New Roman"/>
              <a:sym typeface="Times New Roman"/>
            </a:endParaRPr>
          </a:p>
          <a:p>
            <a:pPr indent="-361950" lvl="0" marL="457200" rtl="0" algn="l">
              <a:lnSpc>
                <a:spcPct val="150000"/>
              </a:lnSpc>
              <a:spcBef>
                <a:spcPts val="0"/>
              </a:spcBef>
              <a:spcAft>
                <a:spcPts val="0"/>
              </a:spcAft>
              <a:buSzPts val="2100"/>
              <a:buFont typeface="Times New Roman"/>
              <a:buChar char="●"/>
            </a:pPr>
            <a:r>
              <a:rPr lang="en" sz="1400">
                <a:latin typeface="Times New Roman"/>
                <a:ea typeface="Times New Roman"/>
                <a:cs typeface="Times New Roman"/>
                <a:sym typeface="Times New Roman"/>
              </a:rPr>
              <a:t>Efficient insert and delete (no shifting)</a:t>
            </a:r>
            <a:endParaRPr sz="1400">
              <a:latin typeface="Times New Roman"/>
              <a:ea typeface="Times New Roman"/>
              <a:cs typeface="Times New Roman"/>
              <a:sym typeface="Times New Roman"/>
            </a:endParaRPr>
          </a:p>
          <a:p>
            <a:pPr indent="-361950" lvl="0" marL="457200" rtl="0" algn="l">
              <a:lnSpc>
                <a:spcPct val="150000"/>
              </a:lnSpc>
              <a:spcBef>
                <a:spcPts val="0"/>
              </a:spcBef>
              <a:spcAft>
                <a:spcPts val="0"/>
              </a:spcAft>
              <a:buSzPts val="2100"/>
              <a:buChar char="●"/>
            </a:pPr>
            <a:r>
              <a:rPr lang="en" sz="1400">
                <a:latin typeface="Times New Roman"/>
                <a:ea typeface="Times New Roman"/>
                <a:cs typeface="Times New Roman"/>
                <a:sym typeface="Times New Roman"/>
              </a:rPr>
              <a:t>Search requires traversal → </a:t>
            </a:r>
            <a:r>
              <a:rPr b="1" lang="en" sz="1400">
                <a:latin typeface="Times New Roman"/>
                <a:ea typeface="Times New Roman"/>
                <a:cs typeface="Times New Roman"/>
                <a:sym typeface="Times New Roman"/>
              </a:rPr>
              <a:t>O(n)</a:t>
            </a:r>
            <a:endParaRPr b="1" sz="1400">
              <a:latin typeface="Times New Roman"/>
              <a:ea typeface="Times New Roman"/>
              <a:cs typeface="Times New Roman"/>
              <a:sym typeface="Times New Roman"/>
            </a:endParaRPr>
          </a:p>
          <a:p>
            <a:pPr indent="-361950" lvl="0" marL="457200" rtl="0" algn="l">
              <a:lnSpc>
                <a:spcPct val="150000"/>
              </a:lnSpc>
              <a:spcBef>
                <a:spcPts val="0"/>
              </a:spcBef>
              <a:spcAft>
                <a:spcPts val="0"/>
              </a:spcAft>
              <a:buSzPts val="2100"/>
              <a:buFont typeface="Times New Roman"/>
              <a:buChar char="●"/>
            </a:pPr>
            <a:r>
              <a:rPr lang="en" sz="1400">
                <a:latin typeface="Times New Roman"/>
                <a:ea typeface="Times New Roman"/>
                <a:cs typeface="Times New Roman"/>
                <a:sym typeface="Times New Roman"/>
              </a:rPr>
              <a:t>Performs better than ArrayList for delete</a:t>
            </a:r>
            <a:endParaRPr sz="14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69"/>
          <p:cNvSpPr txBox="1"/>
          <p:nvPr>
            <p:ph idx="1" type="subTitle"/>
          </p:nvPr>
        </p:nvSpPr>
        <p:spPr>
          <a:xfrm>
            <a:off x="2245050" y="825472"/>
            <a:ext cx="4653900" cy="303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PRIORITYQUEUE ANALYSIS</a:t>
            </a:r>
            <a:endParaRPr/>
          </a:p>
        </p:txBody>
      </p:sp>
      <p:sp>
        <p:nvSpPr>
          <p:cNvPr id="574" name="Google Shape;574;p69"/>
          <p:cNvSpPr txBox="1"/>
          <p:nvPr>
            <p:ph idx="3" type="title"/>
          </p:nvPr>
        </p:nvSpPr>
        <p:spPr>
          <a:xfrm>
            <a:off x="959700" y="1571075"/>
            <a:ext cx="7224600" cy="3498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PriorityQueue is best for priority-based processing, not general searching. It works well when the system needs to process the highest-priority patient first, such as emergency admissions. However, search and delete are slower because the program must scan through the heap to find a specific patient ID. Its main strength is ordering records by priority.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400">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 sz="1400">
                <a:latin typeface="Times New Roman"/>
                <a:ea typeface="Times New Roman"/>
                <a:cs typeface="Times New Roman"/>
                <a:sym typeface="Times New Roman"/>
              </a:rPr>
              <a:t>Orders records by priority (billingAmount)</a:t>
            </a:r>
            <a:endParaRPr sz="1400">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 sz="1400">
                <a:latin typeface="Times New Roman"/>
                <a:ea typeface="Times New Roman"/>
                <a:cs typeface="Times New Roman"/>
                <a:sym typeface="Times New Roman"/>
              </a:rPr>
              <a:t>Efficient insertion → </a:t>
            </a:r>
            <a:r>
              <a:rPr b="1" lang="en" sz="1400">
                <a:latin typeface="Times New Roman"/>
                <a:ea typeface="Times New Roman"/>
                <a:cs typeface="Times New Roman"/>
                <a:sym typeface="Times New Roman"/>
              </a:rPr>
              <a:t>O(log n)</a:t>
            </a:r>
            <a:endParaRPr b="1" sz="1400">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 sz="1400">
                <a:latin typeface="Times New Roman"/>
                <a:ea typeface="Times New Roman"/>
                <a:cs typeface="Times New Roman"/>
                <a:sym typeface="Times New Roman"/>
              </a:rPr>
              <a:t>Search and delete are slow → </a:t>
            </a:r>
            <a:r>
              <a:rPr b="1" lang="en" sz="1400">
                <a:latin typeface="Times New Roman"/>
                <a:ea typeface="Times New Roman"/>
                <a:cs typeface="Times New Roman"/>
                <a:sym typeface="Times New Roman"/>
              </a:rPr>
              <a:t>O(n)</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0"/>
          <p:cNvSpPr txBox="1"/>
          <p:nvPr>
            <p:ph idx="1" type="subTitle"/>
          </p:nvPr>
        </p:nvSpPr>
        <p:spPr>
          <a:xfrm>
            <a:off x="2245050" y="1055397"/>
            <a:ext cx="4653900" cy="303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HASHMAP ANALYSIS</a:t>
            </a:r>
            <a:endParaRPr/>
          </a:p>
        </p:txBody>
      </p:sp>
      <p:sp>
        <p:nvSpPr>
          <p:cNvPr id="580" name="Google Shape;580;p70"/>
          <p:cNvSpPr txBox="1"/>
          <p:nvPr>
            <p:ph idx="3" type="title"/>
          </p:nvPr>
        </p:nvSpPr>
        <p:spPr>
          <a:xfrm>
            <a:off x="959700" y="1801504"/>
            <a:ext cx="7224600" cy="311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HashMap was the strongest structure for search and delete operations. Since each patient record is stored using the patient ID as the key, the program can access records directly instead of scanning through the whole dataset. This explains why HashMap search and delete times were much lower than the other structures. </a:t>
            </a:r>
            <a:endParaRPr sz="18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400">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 sz="1400">
                <a:latin typeface="Arial"/>
                <a:ea typeface="Arial"/>
                <a:cs typeface="Arial"/>
                <a:sym typeface="Arial"/>
              </a:rPr>
              <a:t>Uses key-value storage (ID → record)</a:t>
            </a:r>
            <a:endParaRPr sz="1400">
              <a:latin typeface="Arial"/>
              <a:ea typeface="Arial"/>
              <a:cs typeface="Arial"/>
              <a:sym typeface="Arial"/>
            </a:endParaRPr>
          </a:p>
          <a:p>
            <a:pPr indent="-317500" lvl="0" marL="457200" rtl="0" algn="l">
              <a:lnSpc>
                <a:spcPct val="150000"/>
              </a:lnSpc>
              <a:spcBef>
                <a:spcPts val="0"/>
              </a:spcBef>
              <a:spcAft>
                <a:spcPts val="0"/>
              </a:spcAft>
              <a:buSzPts val="1400"/>
              <a:buFont typeface="Times New Roman"/>
              <a:buChar char="●"/>
            </a:pPr>
            <a:r>
              <a:rPr lang="en" sz="1400">
                <a:latin typeface="Arial"/>
                <a:ea typeface="Arial"/>
                <a:cs typeface="Arial"/>
                <a:sym typeface="Arial"/>
              </a:rPr>
              <a:t>Extremely fast search → </a:t>
            </a:r>
            <a:r>
              <a:rPr b="1" lang="en" sz="1400">
                <a:latin typeface="Arial"/>
                <a:ea typeface="Arial"/>
                <a:cs typeface="Arial"/>
                <a:sym typeface="Arial"/>
              </a:rPr>
              <a:t>O(1) average</a:t>
            </a:r>
            <a:endParaRPr b="1" sz="1400">
              <a:latin typeface="Arial"/>
              <a:ea typeface="Arial"/>
              <a:cs typeface="Arial"/>
              <a:sym typeface="Arial"/>
            </a:endParaRPr>
          </a:p>
          <a:p>
            <a:pPr indent="-317500" lvl="0" marL="457200" rtl="0" algn="l">
              <a:lnSpc>
                <a:spcPct val="150000"/>
              </a:lnSpc>
              <a:spcBef>
                <a:spcPts val="0"/>
              </a:spcBef>
              <a:spcAft>
                <a:spcPts val="0"/>
              </a:spcAft>
              <a:buSzPts val="1400"/>
              <a:buFont typeface="Times New Roman"/>
              <a:buChar char="●"/>
            </a:pPr>
            <a:r>
              <a:rPr lang="en" sz="1400">
                <a:latin typeface="Arial"/>
                <a:ea typeface="Arial"/>
                <a:cs typeface="Arial"/>
                <a:sym typeface="Arial"/>
              </a:rPr>
              <a:t>Fast delete and insert</a:t>
            </a:r>
            <a:endParaRPr sz="1400">
              <a:latin typeface="Arial"/>
              <a:ea typeface="Arial"/>
              <a:cs typeface="Arial"/>
              <a:sym typeface="Arial"/>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1"/>
          <p:cNvSpPr txBox="1"/>
          <p:nvPr>
            <p:ph idx="1" type="subTitle"/>
          </p:nvPr>
        </p:nvSpPr>
        <p:spPr>
          <a:xfrm>
            <a:off x="2198100" y="1186747"/>
            <a:ext cx="4653900" cy="303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latin typeface="Times New Roman"/>
                <a:ea typeface="Times New Roman"/>
                <a:cs typeface="Times New Roman"/>
                <a:sym typeface="Times New Roman"/>
              </a:rPr>
              <a:t>BENCHMARK ANALYSIS LINK</a:t>
            </a:r>
            <a:endParaRPr>
              <a:latin typeface="Times New Roman"/>
              <a:ea typeface="Times New Roman"/>
              <a:cs typeface="Times New Roman"/>
              <a:sym typeface="Times New Roman"/>
            </a:endParaRPr>
          </a:p>
        </p:txBody>
      </p:sp>
      <p:sp>
        <p:nvSpPr>
          <p:cNvPr id="586" name="Google Shape;586;p71"/>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72"/>
          <p:cNvSpPr txBox="1"/>
          <p:nvPr>
            <p:ph type="title"/>
          </p:nvPr>
        </p:nvSpPr>
        <p:spPr>
          <a:xfrm>
            <a:off x="230075" y="58625"/>
            <a:ext cx="2500500" cy="172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CONCLUSION</a:t>
            </a:r>
            <a:endParaRPr/>
          </a:p>
        </p:txBody>
      </p:sp>
      <p:sp>
        <p:nvSpPr>
          <p:cNvPr id="592" name="Google Shape;592;p72"/>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THANK YOU</a:t>
            </a:r>
            <a:endParaRPr/>
          </a:p>
        </p:txBody>
      </p:sp>
      <p:sp>
        <p:nvSpPr>
          <p:cNvPr id="593" name="Google Shape;593;p72"/>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